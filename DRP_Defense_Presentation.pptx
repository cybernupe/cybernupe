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B3A6B"/>
                </a:solidFill>
              </a:defRPr>
            </a:pPr>
            <a:r>
              <a:t>Cybersecurity IS Failures &amp; Patient Satisfaction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A Small Community NP Clinic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Lavurn Nolen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333333"/>
                </a:solidFill>
              </a:defRPr>
            </a:pPr>
            <a:r>
              <a:t>Doctor of Business Administration</a:t>
            </a:r>
            <a:br/>
            <a:r>
              <a:t>California Intercontinental University |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6B"/>
                </a:solidFill>
              </a:defRPr>
            </a:pPr>
            <a:r>
              <a:t>The Problem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2344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133+ million patients affected by healthcare breaches in 2023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Small clinics operate without dedicated IT staff or security budgets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Hospital-focused research has not examined this in small outpatient settings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Question: Does weak IS governance affect patient satisfaction?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333333"/>
                </a:solidFill>
              </a:defRPr>
            </a:pPr>
            <a:r>
              <a:t>(HHS, Office for Civil Rights, 2023)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6B"/>
                </a:solidFill>
              </a:defRPr>
            </a:pPr>
            <a:r>
              <a:t>Purpose &amp; Research Questions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2344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Purpose: Examine how IS governance failures at NP Clinic impact patient satisfaction measured through CG-CAHPS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RQ1: How do staff characterize IS governance gaps and what prevents adoption of standards?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RQ2: How does this governance gap affect the patient experience?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6B"/>
                </a:solidFill>
              </a:defRPr>
            </a:pPr>
            <a:r>
              <a:t>Why This Study Matters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2344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First study linking IS governance to patient satisfaction at small clinics using CG-CAHPS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Extends hospital research to where most Americans receive routine care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Provides realistic, resource-scaled recommendations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Informs policy on cybersecurity expectations for small practices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6B"/>
                </a:solidFill>
              </a:defRPr>
            </a:pPr>
            <a:r>
              <a:t>What Literature Tells Us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2344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Hospital studies: Cybersecurity breaches lead to operational disruption (Choi et al., 2019)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Downstream effect: Disruptions reach patients through care delays (Argaw et al., 2020)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Human factor: Organizational culture &amp; time constraints shape security outcomes (Nifakos et al., 2021)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Gap: No research at small independent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333333"/>
                </a:solidFill>
              </a:defRPr>
            </a:pPr>
            <a:r>
              <a:t>(Choi et al., 2019; Argaw et al., 2020; Nifakos et al., 2021)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6B"/>
                </a:solidFill>
              </a:defRPr>
            </a:pPr>
            <a:r>
              <a:t>Methodology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2344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Design: Qualitative single case study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Sample: 7 completed interviews from NP Clinic staff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– Track A: 2 IT/cybersecurity staff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  – Track B: 5 clinical staff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Data Analysis: Reflexive thematic analysis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Framework: NIST, HIPAA, HICP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333333"/>
                </a:solidFill>
              </a:defRPr>
            </a:pPr>
            <a:r>
              <a:t>(Braun &amp; Clarke, 2021)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6B"/>
                </a:solidFill>
              </a:defRPr>
            </a:pPr>
            <a:r>
              <a:t>Finding 1: Governance Vacuum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2344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No formal IS governance structure exists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Technology decisions driven by immediate operational need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Practice owner unaware of HIPAA or other cybersecurity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No incident response plan or documented security procedures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6B"/>
                </a:solidFill>
              </a:defRPr>
            </a:pPr>
            <a:r>
              <a:t>Finding 2: Knowledge Without Documentation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2344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IT staff know frameworks but nothing is written down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Knowledge lives in individuals, not institutional processes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New staff and transitions become vulnerability points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Framework awareness does not translate to implementation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6B"/>
                </a:solidFill>
              </a:defRPr>
            </a:pPr>
            <a:r>
              <a:t>Finding 3: Vendor Dependency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2344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EHR and scheduling systems hosted by vendors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Clinic has minimal visibility into security configurations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Outages beyond clinic control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Limited ability to implement local security controls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6B"/>
                </a:solidFill>
              </a:defRPr>
            </a:pPr>
            <a:r>
              <a:t>Finding 4: Time as Currency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2344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Clinical obligations take priority over all other work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No dedicated IT staff means security falls to clinicians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Technology maintenance competes directly with patient care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Organizational capacity to implement new practices severely limited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6B"/>
                </a:solidFill>
              </a:defRPr>
            </a:pPr>
            <a:r>
              <a:t>Finding 5: Workarounds Mask Severity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2344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EHR outages trigger immediate shift to paper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Staff normalize workarounds as inevitable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Workarounds consume time, create care continuity gaps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Informal detection of incidents (systems down, users call)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6B"/>
                </a:solidFill>
              </a:defRPr>
            </a:pPr>
            <a:r>
              <a:t>Connection to Patient Experience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2344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Technology disruptions create immediate workflow barriers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Staff report observable patient frustration during outages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Increased wait times, scheduling delays, rescheduled visits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Patient-facing impact on communication, responsiveness (CG-CAHPS domains)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6B"/>
                </a:solidFill>
              </a:defRPr>
            </a:pPr>
            <a:r>
              <a:t>How Findings Connect to Research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2344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Supports hospital evidence: Governance gaps → operational disruption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Time/resource constraints documented at small practice scale (Alanazi, 2023)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Organizational culture shapes outcomes more than technical controls (Nifakos et al., 2021)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Hospital-to-clinic pathway holds even in resource-constrained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333333"/>
                </a:solidFill>
              </a:defRPr>
            </a:pPr>
            <a:r>
              <a:t>(Alanazi, 2023; Nifakos et al., 2021)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6B"/>
                </a:solidFill>
              </a:defRPr>
            </a:pPr>
            <a:r>
              <a:t>Implications for Small Practices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2344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HICP provides realistic framework; full NIST adoption not feasible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Security awareness must start with practice owner and all staff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Incident response planning should fit small-team workflows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Vendor relationships must include explicit security expectations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6B"/>
                </a:solidFill>
              </a:defRPr>
            </a:pPr>
            <a:r>
              <a:t>Recommendations for NP Clinic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2344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Immediate: Document current practices and formalize incident response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Near-term: Adopt HICP small-organization tier as baseline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Ongoing: Integrate security awareness into staff training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Strategic: Evaluate vendors with explicit security requirements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6B"/>
                </a:solidFill>
              </a:defRPr>
            </a:pPr>
            <a:r>
              <a:t>Implications for Research &amp; Policy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2344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Research: Multi-site studies of small practices, longitudinal tracking of governance improvements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Policy: Regulators must acknowledge capacity limitations; scaled technical assistance needed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Practice: Hospital-based evidence extends to outpatient settings with contextual modifications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A6B"/>
                </a:solidFill>
              </a:defRPr>
            </a:pPr>
            <a:r>
              <a:t>Summary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8229600" cy="0"/>
          </a:xfrm>
          <a:prstGeom prst="line">
            <a:avLst/>
          </a:prstGeom>
          <a:ln w="25400">
            <a:solidFill>
              <a:srgbClr val="4A90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23444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IS governance failures at NP Clinic are real and measurable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Governance gaps translate into operational disruptions affecting workflow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Disruptions manifest as care delays, communication challenges, patient frustration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</a:defRPr>
            </a:pPr>
            <a:r>
              <a:t>• Recommendations must scale to resource constraints while meeting regulatory obligations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Lavurn Nolen</a:t>
            </a:r>
            <a:br/>
            <a:r>
              <a:t>Doctor of Business Administration</a:t>
            </a:r>
            <a:br/>
            <a:r>
              <a:t>California Intercontinental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