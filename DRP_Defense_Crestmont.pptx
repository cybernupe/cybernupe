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5" r:id="rId1"/>
  </p:sldMasterIdLst>
  <p:notesMasterIdLst>
    <p:notesMasterId r:id="rId21"/>
  </p:notesMasterIdLst>
  <p:sldIdLst>
    <p:sldId id="256" r:id="rId2"/>
    <p:sldId id="257" r:id="rId20"/>
    <p:sldId id="258" r:id="rId19"/>
    <p:sldId id="259" r:id="rId18"/>
    <p:sldId id="260" r:id="rId17"/>
    <p:sldId id="261" r:id="rId16"/>
    <p:sldId id="262" r:id="rId15"/>
    <p:sldId id="263" r:id="rId14"/>
    <p:sldId id="264" r:id="rId13"/>
    <p:sldId id="265" r:id="rId12"/>
    <p:sldId id="266" r:id="rId11"/>
    <p:sldId id="267" r:id="rId10"/>
    <p:sldId id="268" r:id="rId9"/>
    <p:sldId id="269" r:id="rId8"/>
    <p:sldId id="270" r:id="rId7"/>
    <p:sldId id="271" r:id="rId6"/>
    <p:sldId id="272" r:id="rId5"/>
    <p:sldId id="273" r:id="rId4"/>
    <p:sldId id="274" r:id="rId3"/>
  </p:sldIdLst>
  <p:sldSz cx="20104100" cy="11309350"/>
  <p:notesSz cx="20104100" cy="11309350"/>
  <p:embeddedFontLst>
    <p:embeddedFont>
      <p:font typeface="Inter" panose="02000503000000020004" pitchFamily="2" charset="0"/>
      <p:regular r:id="rId22"/>
      <p:bold r:id="rId23"/>
      <p:italic r:id="rId24"/>
      <p:boldItalic r:id="rId25"/>
    </p:embeddedFont>
    <p:embeddedFont>
      <p:font typeface="Inter Light" panose="02000503000000020004" pitchFamily="2" charset="0"/>
      <p:regular r:id="rId26"/>
      <p:bold r:id="rId27"/>
      <p:italic r:id="rId28"/>
      <p:boldItalic r:id="rId29"/>
    </p:embeddedFont>
    <p:embeddedFont>
      <p:font typeface="Inter Medium" panose="02000503000000020004" pitchFamily="2" charset="0"/>
      <p:regular r:id="rId30"/>
      <p:bold r:id="rId31"/>
      <p:italic r:id="rId32"/>
      <p:boldItalic r:id="rId33"/>
    </p:embeddedFont>
    <p:embeddedFont>
      <p:font typeface="Inter SemiBold" panose="02000503000000020004" pitchFamily="2" charset="0"/>
      <p:regular r:id="rId34"/>
      <p:bold r:id="rId35"/>
      <p:italic r:id="rId36"/>
      <p:boldItalic r:id="rId37"/>
    </p:embeddedFont>
    <p:embeddedFont>
      <p:font typeface="Tahoma" panose="020B0604030504040204" pitchFamily="34" charset="0"/>
      <p:regular r:id="rId38"/>
      <p:bold r:id="rId39"/>
    </p:embeddedFont>
    <p:embeddedFont>
      <p:font typeface="Trebuchet MS" panose="020B0703020202090204" pitchFamily="34" charset="0"/>
      <p:regular r:id="rId40"/>
      <p:bold r:id="rId41"/>
      <p:italic r:id="rId42"/>
    </p:embeddedFont>
    <p:embeddedFont>
      <p:font typeface="Verdana" panose="020B0604030504040204" pitchFamily="34" charset="0"/>
      <p:regular r:id="rId43"/>
      <p:bold r:id="rId44"/>
      <p:italic r:id="rId45"/>
      <p:boldItalic r:id="rId4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000000"/>
          </p15:clr>
        </p15:guide>
        <p15:guide id="2" pos="216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604"/>
    <p:restoredTop sz="94687"/>
  </p:normalViewPr>
  <p:slideViewPr>
    <p:cSldViewPr snapToGrid="0">
      <p:cViewPr varScale="1">
        <p:scale>
          <a:sx n="89" d="100"/>
          <a:sy n="89" d="100"/>
        </p:scale>
        <p:origin x="200" y="216"/>
      </p:cViewPr>
      <p:guideLst>
        <p:guide orient="horz" pos="288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19.xml"/><Relationship Id="rId4" Type="http://schemas.openxmlformats.org/officeDocument/2006/relationships/slide" Target="slides/slide18.xml"/><Relationship Id="rId5" Type="http://schemas.openxmlformats.org/officeDocument/2006/relationships/slide" Target="slides/slide17.xml"/><Relationship Id="rId6" Type="http://schemas.openxmlformats.org/officeDocument/2006/relationships/slide" Target="slides/slide16.xml"/><Relationship Id="rId7" Type="http://schemas.openxmlformats.org/officeDocument/2006/relationships/slide" Target="slides/slide15.xml"/><Relationship Id="rId8" Type="http://schemas.openxmlformats.org/officeDocument/2006/relationships/slide" Target="slides/slide14.xml"/><Relationship Id="rId9" Type="http://schemas.openxmlformats.org/officeDocument/2006/relationships/slide" Target="slides/slide13.xml"/><Relationship Id="rId10" Type="http://schemas.openxmlformats.org/officeDocument/2006/relationships/slide" Target="slides/slide12.xml"/><Relationship Id="rId11" Type="http://schemas.openxmlformats.org/officeDocument/2006/relationships/slide" Target="slides/slide11.xml"/><Relationship Id="rId12" Type="http://schemas.openxmlformats.org/officeDocument/2006/relationships/slide" Target="slides/slide10.xml"/><Relationship Id="rId13" Type="http://schemas.openxmlformats.org/officeDocument/2006/relationships/slide" Target="slides/slide9.xml"/><Relationship Id="rId14" Type="http://schemas.openxmlformats.org/officeDocument/2006/relationships/slide" Target="slides/slide8.xml"/><Relationship Id="rId15" Type="http://schemas.openxmlformats.org/officeDocument/2006/relationships/slide" Target="slides/slide7.xml"/><Relationship Id="rId16" Type="http://schemas.openxmlformats.org/officeDocument/2006/relationships/slide" Target="slides/slide6.xml"/><Relationship Id="rId17" Type="http://schemas.openxmlformats.org/officeDocument/2006/relationships/slide" Target="slides/slide5.xml"/><Relationship Id="rId18" Type="http://schemas.openxmlformats.org/officeDocument/2006/relationships/slide" Target="slides/slide4.xml"/><Relationship Id="rId19" Type="http://schemas.openxmlformats.org/officeDocument/2006/relationships/slide" Target="slides/slide3.xml"/><Relationship Id="rId20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22" Type="http://schemas.openxmlformats.org/officeDocument/2006/relationships/font" Target="fonts/font1.fntdata"/><Relationship Id="rId23" Type="http://schemas.openxmlformats.org/officeDocument/2006/relationships/font" Target="fonts/font2.fntdata"/><Relationship Id="rId24" Type="http://schemas.openxmlformats.org/officeDocument/2006/relationships/font" Target="fonts/font3.fntdata"/><Relationship Id="rId25" Type="http://schemas.openxmlformats.org/officeDocument/2006/relationships/font" Target="fonts/font4.fntdata"/><Relationship Id="rId26" Type="http://schemas.openxmlformats.org/officeDocument/2006/relationships/font" Target="fonts/font5.fntdata"/><Relationship Id="rId27" Type="http://schemas.openxmlformats.org/officeDocument/2006/relationships/font" Target="fonts/font6.fntdata"/><Relationship Id="rId28" Type="http://schemas.openxmlformats.org/officeDocument/2006/relationships/font" Target="fonts/font7.fntdata"/><Relationship Id="rId29" Type="http://schemas.openxmlformats.org/officeDocument/2006/relationships/font" Target="fonts/font8.fntdata"/><Relationship Id="rId30" Type="http://schemas.openxmlformats.org/officeDocument/2006/relationships/font" Target="fonts/font9.fntdata"/><Relationship Id="rId31" Type="http://schemas.openxmlformats.org/officeDocument/2006/relationships/font" Target="fonts/font10.fntdata"/><Relationship Id="rId32" Type="http://schemas.openxmlformats.org/officeDocument/2006/relationships/font" Target="fonts/font11.fntdata"/><Relationship Id="rId33" Type="http://schemas.openxmlformats.org/officeDocument/2006/relationships/font" Target="fonts/font12.fntdata"/><Relationship Id="rId34" Type="http://schemas.openxmlformats.org/officeDocument/2006/relationships/font" Target="fonts/font13.fntdata"/><Relationship Id="rId35" Type="http://schemas.openxmlformats.org/officeDocument/2006/relationships/font" Target="fonts/font14.fntdata"/><Relationship Id="rId36" Type="http://schemas.openxmlformats.org/officeDocument/2006/relationships/font" Target="fonts/font15.fntdata"/><Relationship Id="rId37" Type="http://schemas.openxmlformats.org/officeDocument/2006/relationships/font" Target="fonts/font16.fntdata"/><Relationship Id="rId38" Type="http://schemas.openxmlformats.org/officeDocument/2006/relationships/font" Target="fonts/font17.fntdata"/><Relationship Id="rId39" Type="http://schemas.openxmlformats.org/officeDocument/2006/relationships/font" Target="fonts/font18.fntdata"/><Relationship Id="rId40" Type="http://schemas.openxmlformats.org/officeDocument/2006/relationships/font" Target="fonts/font19.fntdata"/><Relationship Id="rId41" Type="http://schemas.openxmlformats.org/officeDocument/2006/relationships/font" Target="fonts/font20.fntdata"/><Relationship Id="rId42" Type="http://schemas.openxmlformats.org/officeDocument/2006/relationships/font" Target="fonts/font21.fntdata"/><Relationship Id="rId43" Type="http://schemas.openxmlformats.org/officeDocument/2006/relationships/font" Target="fonts/font22.fntdata"/><Relationship Id="rId44" Type="http://schemas.openxmlformats.org/officeDocument/2006/relationships/font" Target="fonts/font23.fntdata"/><Relationship Id="rId45" Type="http://schemas.openxmlformats.org/officeDocument/2006/relationships/font" Target="fonts/font24.fntdata"/><Relationship Id="rId46" Type="http://schemas.openxmlformats.org/officeDocument/2006/relationships/font" Target="fonts/font25.fntdata"/><Relationship Id="rId47" Type="http://schemas.openxmlformats.org/officeDocument/2006/relationships/presProps" Target="presProps.xml"/><Relationship Id="rId48" Type="http://schemas.openxmlformats.org/officeDocument/2006/relationships/viewProps" Target="viewProps.xml"/><Relationship Id="rId49" Type="http://schemas.openxmlformats.org/officeDocument/2006/relationships/theme" Target="theme/theme1.xml"/><Relationship Id="rId50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351350" y="848200"/>
            <a:ext cx="13403400" cy="4241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2010400" y="5371925"/>
            <a:ext cx="16083275" cy="508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g3f6401dd272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351350" y="848200"/>
            <a:ext cx="13403400" cy="4241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5" name="Google Shape;325;g3f6401dd272_1_0:notes"/>
          <p:cNvSpPr txBox="1">
            <a:spLocks noGrp="1"/>
          </p:cNvSpPr>
          <p:nvPr>
            <p:ph type="body" idx="1"/>
          </p:nvPr>
        </p:nvSpPr>
        <p:spPr>
          <a:xfrm>
            <a:off x="2010400" y="5371925"/>
            <a:ext cx="16083300" cy="508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image" Target="../media/image8.png"/><Relationship Id="rId9" Type="http://schemas.openxmlformats.org/officeDocument/2006/relationships/image" Target="../media/image9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jp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jp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jp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jpg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Relationship Id="rId6" Type="http://schemas.openxmlformats.org/officeDocument/2006/relationships/image" Target="../media/image16.png"/><Relationship Id="rId7" Type="http://schemas.openxmlformats.org/officeDocument/2006/relationships/image" Target="../media/image17.png"/><Relationship Id="rId8" Type="http://schemas.openxmlformats.org/officeDocument/2006/relationships/image" Target="../media/image18.png"/><Relationship Id="rId9" Type="http://schemas.openxmlformats.org/officeDocument/2006/relationships/image" Target="../media/image19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0.jp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0.jp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jp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2.jp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2.jp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3.jp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4.jp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5.jp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6.jp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7.png"/><Relationship Id="rId3" Type="http://schemas.openxmlformats.org/officeDocument/2006/relationships/image" Target="../media/image28.png"/><Relationship Id="rId4" Type="http://schemas.openxmlformats.org/officeDocument/2006/relationships/image" Target="../media/image29.png"/><Relationship Id="rId5" Type="http://schemas.openxmlformats.org/officeDocument/2006/relationships/image" Target="../media/image30.png"/><Relationship Id="rId6" Type="http://schemas.openxmlformats.org/officeDocument/2006/relationships/image" Target="../media/image31.png"/><Relationship Id="rId7" Type="http://schemas.openxmlformats.org/officeDocument/2006/relationships/image" Target="../media/image32.png"/><Relationship Id="rId8" Type="http://schemas.openxmlformats.org/officeDocument/2006/relationships/image" Target="../media/image33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jp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7.png"/><Relationship Id="rId3" Type="http://schemas.openxmlformats.org/officeDocument/2006/relationships/image" Target="../media/image28.png"/><Relationship Id="rId4" Type="http://schemas.openxmlformats.org/officeDocument/2006/relationships/image" Target="../media/image29.png"/><Relationship Id="rId5" Type="http://schemas.openxmlformats.org/officeDocument/2006/relationships/image" Target="../media/image31.png"/><Relationship Id="rId6" Type="http://schemas.openxmlformats.org/officeDocument/2006/relationships/image" Target="../media/image30.png"/><Relationship Id="rId7" Type="http://schemas.openxmlformats.org/officeDocument/2006/relationships/image" Target="../media/image32.png"/><Relationship Id="rId8" Type="http://schemas.openxmlformats.org/officeDocument/2006/relationships/image" Target="../media/image33.pn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jp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jp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jp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jpg"/><Relationship Id="rId3" Type="http://schemas.openxmlformats.org/officeDocument/2006/relationships/hyperlink" Target="mailto:example@email.com" TargetMode="External"/><Relationship Id="rId4" Type="http://schemas.openxmlformats.org/officeDocument/2006/relationships/hyperlink" Target="http://www.example.com/" TargetMode="Externa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jpg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41.png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ver" type="obj">
  <p:cSld name="OBJECT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9;p2" title="Artboard 1@300x-100.jp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174978" y="-98425"/>
            <a:ext cx="20280504" cy="11407775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10;p2"/>
          <p:cNvSpPr txBox="1"/>
          <p:nvPr/>
        </p:nvSpPr>
        <p:spPr>
          <a:xfrm>
            <a:off x="1211800" y="6853675"/>
            <a:ext cx="6913200" cy="19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5800">
              <a:solidFill>
                <a:schemeClr val="lt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1" name="Google Shape;11;p2"/>
          <p:cNvSpPr txBox="1">
            <a:spLocks noGrp="1"/>
          </p:cNvSpPr>
          <p:nvPr>
            <p:ph type="title"/>
          </p:nvPr>
        </p:nvSpPr>
        <p:spPr>
          <a:xfrm>
            <a:off x="1036575" y="2281000"/>
            <a:ext cx="10027200" cy="563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50"/>
              <a:buFont typeface="Inter"/>
              <a:buNone/>
              <a:defRPr sz="11550" b="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50"/>
              <a:buFont typeface="Inter"/>
              <a:buNone/>
              <a:defRPr sz="11550" b="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50"/>
              <a:buFont typeface="Inter"/>
              <a:buNone/>
              <a:defRPr sz="11550" b="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50"/>
              <a:buFont typeface="Inter"/>
              <a:buNone/>
              <a:defRPr sz="11550" b="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50"/>
              <a:buFont typeface="Inter"/>
              <a:buNone/>
              <a:defRPr sz="11550" b="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50"/>
              <a:buFont typeface="Inter"/>
              <a:buNone/>
              <a:defRPr sz="11550" b="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50"/>
              <a:buFont typeface="Inter"/>
              <a:buNone/>
              <a:defRPr sz="11550" b="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50"/>
              <a:buFont typeface="Inter"/>
              <a:buNone/>
              <a:defRPr sz="11550" b="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50"/>
              <a:buFont typeface="Inter"/>
              <a:buNone/>
              <a:defRPr sz="11550" b="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ubTitle" idx="1"/>
          </p:nvPr>
        </p:nvSpPr>
        <p:spPr>
          <a:xfrm>
            <a:off x="1036575" y="9522650"/>
            <a:ext cx="4927500" cy="89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50"/>
              <a:buFont typeface="Inter"/>
              <a:buNone/>
              <a:defRPr sz="285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50"/>
              <a:buFont typeface="Inter"/>
              <a:buNone/>
              <a:defRPr sz="285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50"/>
              <a:buFont typeface="Inter"/>
              <a:buNone/>
              <a:defRPr sz="285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50"/>
              <a:buFont typeface="Inter"/>
              <a:buNone/>
              <a:defRPr sz="285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50"/>
              <a:buFont typeface="Inter"/>
              <a:buNone/>
              <a:defRPr sz="285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50"/>
              <a:buFont typeface="Inter"/>
              <a:buNone/>
              <a:defRPr sz="285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50"/>
              <a:buFont typeface="Inter"/>
              <a:buNone/>
              <a:defRPr sz="285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50"/>
              <a:buFont typeface="Inter"/>
              <a:buNone/>
              <a:defRPr sz="285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50"/>
              <a:buFont typeface="Inter"/>
              <a:buNone/>
              <a:defRPr sz="285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Section Title">
  <p:cSld name="Title Only">
    <p:bg>
      <p:bgPr>
        <a:solidFill>
          <a:schemeClr val="lt1"/>
        </a:solidFill>
        <a:effectLst/>
      </p:bgPr>
    </p:bg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/>
          <p:nvPr/>
        </p:nvSpPr>
        <p:spPr>
          <a:xfrm>
            <a:off x="0" y="0"/>
            <a:ext cx="20104100" cy="11308715"/>
          </a:xfrm>
          <a:custGeom>
            <a:avLst/>
            <a:gdLst/>
            <a:ahLst/>
            <a:cxnLst/>
            <a:rect l="l" t="t" r="r" b="b"/>
            <a:pathLst>
              <a:path w="20104100" h="11308715" extrusionOk="0">
                <a:moveTo>
                  <a:pt x="20104099" y="0"/>
                </a:moveTo>
                <a:lnTo>
                  <a:pt x="0" y="0"/>
                </a:lnTo>
                <a:lnTo>
                  <a:pt x="0" y="11308556"/>
                </a:lnTo>
                <a:lnTo>
                  <a:pt x="20104099" y="11308556"/>
                </a:lnTo>
                <a:lnTo>
                  <a:pt x="20104099" y="0"/>
                </a:lnTo>
                <a:close/>
              </a:path>
            </a:pathLst>
          </a:custGeom>
          <a:solidFill>
            <a:srgbClr val="ABD3F4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5" name="Google Shape;15;p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30516" y="9527349"/>
            <a:ext cx="18160609" cy="743803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3"/>
          <p:cNvSpPr txBox="1">
            <a:spLocks noGrp="1"/>
          </p:cNvSpPr>
          <p:nvPr>
            <p:ph type="title"/>
          </p:nvPr>
        </p:nvSpPr>
        <p:spPr>
          <a:xfrm>
            <a:off x="987425" y="3578399"/>
            <a:ext cx="17287800" cy="197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11550"/>
              <a:buFont typeface="Inter"/>
              <a:buNone/>
              <a:defRPr sz="11550" b="1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11550"/>
              <a:buFont typeface="Inter"/>
              <a:buNone/>
              <a:defRPr sz="11550" b="1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11550"/>
              <a:buFont typeface="Inter"/>
              <a:buNone/>
              <a:defRPr sz="11550" b="1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11550"/>
              <a:buFont typeface="Inter"/>
              <a:buNone/>
              <a:defRPr sz="11550" b="1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11550"/>
              <a:buFont typeface="Inter"/>
              <a:buNone/>
              <a:defRPr sz="11550" b="1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11550"/>
              <a:buFont typeface="Inter"/>
              <a:buNone/>
              <a:defRPr sz="11550" b="1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11550"/>
              <a:buFont typeface="Inter"/>
              <a:buNone/>
              <a:defRPr sz="11550" b="1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11550"/>
              <a:buFont typeface="Inter"/>
              <a:buNone/>
              <a:defRPr sz="11550" b="1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11550"/>
              <a:buFont typeface="Inter"/>
              <a:buNone/>
              <a:defRPr sz="11550" b="1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body" idx="1"/>
          </p:nvPr>
        </p:nvSpPr>
        <p:spPr>
          <a:xfrm>
            <a:off x="987425" y="7347737"/>
            <a:ext cx="8453400" cy="54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409575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2850"/>
              <a:buFont typeface="Inter"/>
              <a:buChar char="●"/>
              <a:defRPr sz="2850" b="1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defRPr>
            </a:lvl1pPr>
            <a:lvl2pPr marL="914400" lvl="1" indent="-409575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2850"/>
              <a:buFont typeface="Inter"/>
              <a:buChar char="○"/>
              <a:defRPr sz="2850" b="1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371600" lvl="2" indent="-409575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2850"/>
              <a:buFont typeface="Inter"/>
              <a:buChar char="■"/>
              <a:defRPr sz="2850" b="1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1828800" lvl="3" indent="-409575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2850"/>
              <a:buFont typeface="Inter"/>
              <a:buChar char="●"/>
              <a:defRPr sz="2850" b="1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2286000" lvl="4" indent="-409575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2850"/>
              <a:buFont typeface="Inter"/>
              <a:buChar char="○"/>
              <a:defRPr sz="2850" b="1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2743200" lvl="5" indent="-409575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2850"/>
              <a:buFont typeface="Inter"/>
              <a:buChar char="■"/>
              <a:defRPr sz="2850" b="1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3200400" lvl="6" indent="-409575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2850"/>
              <a:buFont typeface="Inter"/>
              <a:buChar char="●"/>
              <a:defRPr sz="2850" b="1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3657600" lvl="7" indent="-409575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2850"/>
              <a:buFont typeface="Inter"/>
              <a:buChar char="○"/>
              <a:defRPr sz="2850" b="1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4114800" lvl="8" indent="-409575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2850"/>
              <a:buFont typeface="Inter"/>
              <a:buChar char="■"/>
              <a:defRPr sz="2850" b="1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subTitle" idx="2"/>
          </p:nvPr>
        </p:nvSpPr>
        <p:spPr>
          <a:xfrm>
            <a:off x="987425" y="5376000"/>
            <a:ext cx="17287800" cy="197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11550"/>
              <a:buFont typeface="Inter"/>
              <a:buNone/>
              <a:defRPr sz="11550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19" name="Google Shape;19;p3"/>
          <p:cNvGrpSpPr/>
          <p:nvPr/>
        </p:nvGrpSpPr>
        <p:grpSpPr>
          <a:xfrm>
            <a:off x="17667338" y="356758"/>
            <a:ext cx="2035594" cy="199299"/>
            <a:chOff x="17667338" y="356758"/>
            <a:chExt cx="2035594" cy="199299"/>
          </a:xfrm>
        </p:grpSpPr>
        <p:grpSp>
          <p:nvGrpSpPr>
            <p:cNvPr id="20" name="Google Shape;20;p3"/>
            <p:cNvGrpSpPr/>
            <p:nvPr/>
          </p:nvGrpSpPr>
          <p:grpSpPr>
            <a:xfrm>
              <a:off x="17667338" y="356758"/>
              <a:ext cx="1012962" cy="161597"/>
              <a:chOff x="17667338" y="356758"/>
              <a:chExt cx="1012962" cy="161597"/>
            </a:xfrm>
          </p:grpSpPr>
          <p:pic>
            <p:nvPicPr>
              <p:cNvPr id="21" name="Google Shape;21;p3"/>
              <p:cNvPicPr preferRelativeResize="0"/>
              <p:nvPr/>
            </p:nvPicPr>
            <p:blipFill rotWithShape="1">
              <a:blip r:embed="rId3">
                <a:alphaModFix/>
              </a:blip>
              <a:srcRect/>
              <a:stretch/>
            </p:blipFill>
            <p:spPr>
              <a:xfrm>
                <a:off x="17667338" y="356758"/>
                <a:ext cx="132791" cy="161272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2" name="Google Shape;22;p3"/>
              <p:cNvSpPr/>
              <p:nvPr/>
            </p:nvSpPr>
            <p:spPr>
              <a:xfrm>
                <a:off x="17822291" y="376751"/>
                <a:ext cx="534034" cy="141604"/>
              </a:xfrm>
              <a:custGeom>
                <a:avLst/>
                <a:gdLst/>
                <a:ahLst/>
                <a:cxnLst/>
                <a:rect l="l" t="t" r="r" b="b"/>
                <a:pathLst>
                  <a:path w="534034" h="141604" extrusionOk="0">
                    <a:moveTo>
                      <a:pt x="64122" y="27178"/>
                    </a:moveTo>
                    <a:lnTo>
                      <a:pt x="61290" y="26530"/>
                    </a:lnTo>
                    <a:lnTo>
                      <a:pt x="57797" y="26085"/>
                    </a:lnTo>
                    <a:lnTo>
                      <a:pt x="54991" y="26085"/>
                    </a:lnTo>
                    <a:lnTo>
                      <a:pt x="45326" y="27190"/>
                    </a:lnTo>
                    <a:lnTo>
                      <a:pt x="36868" y="30518"/>
                    </a:lnTo>
                    <a:lnTo>
                      <a:pt x="29591" y="36080"/>
                    </a:lnTo>
                    <a:lnTo>
                      <a:pt x="23469" y="43903"/>
                    </a:lnTo>
                    <a:lnTo>
                      <a:pt x="23025" y="43903"/>
                    </a:lnTo>
                    <a:lnTo>
                      <a:pt x="23025" y="27609"/>
                    </a:lnTo>
                    <a:lnTo>
                      <a:pt x="0" y="27609"/>
                    </a:lnTo>
                    <a:lnTo>
                      <a:pt x="0" y="138023"/>
                    </a:lnTo>
                    <a:lnTo>
                      <a:pt x="24777" y="138023"/>
                    </a:lnTo>
                    <a:lnTo>
                      <a:pt x="24777" y="83896"/>
                    </a:lnTo>
                    <a:lnTo>
                      <a:pt x="26784" y="68605"/>
                    </a:lnTo>
                    <a:lnTo>
                      <a:pt x="32689" y="57442"/>
                    </a:lnTo>
                    <a:lnTo>
                      <a:pt x="42291" y="50584"/>
                    </a:lnTo>
                    <a:lnTo>
                      <a:pt x="55410" y="48260"/>
                    </a:lnTo>
                    <a:lnTo>
                      <a:pt x="58242" y="48260"/>
                    </a:lnTo>
                    <a:lnTo>
                      <a:pt x="61074" y="48475"/>
                    </a:lnTo>
                    <a:lnTo>
                      <a:pt x="64122" y="49123"/>
                    </a:lnTo>
                    <a:lnTo>
                      <a:pt x="64122" y="27178"/>
                    </a:lnTo>
                    <a:close/>
                  </a:path>
                  <a:path w="534034" h="141604" extrusionOk="0">
                    <a:moveTo>
                      <a:pt x="173215" y="87820"/>
                    </a:moveTo>
                    <a:lnTo>
                      <a:pt x="163410" y="46355"/>
                    </a:lnTo>
                    <a:lnTo>
                      <a:pt x="148437" y="32359"/>
                    </a:lnTo>
                    <a:lnTo>
                      <a:pt x="148437" y="71513"/>
                    </a:lnTo>
                    <a:lnTo>
                      <a:pt x="92583" y="71513"/>
                    </a:lnTo>
                    <a:lnTo>
                      <a:pt x="95770" y="58928"/>
                    </a:lnTo>
                    <a:lnTo>
                      <a:pt x="101790" y="49885"/>
                    </a:lnTo>
                    <a:lnTo>
                      <a:pt x="110223" y="44437"/>
                    </a:lnTo>
                    <a:lnTo>
                      <a:pt x="120611" y="42608"/>
                    </a:lnTo>
                    <a:lnTo>
                      <a:pt x="131000" y="44437"/>
                    </a:lnTo>
                    <a:lnTo>
                      <a:pt x="139471" y="49885"/>
                    </a:lnTo>
                    <a:lnTo>
                      <a:pt x="145453" y="58928"/>
                    </a:lnTo>
                    <a:lnTo>
                      <a:pt x="148437" y="71513"/>
                    </a:lnTo>
                    <a:lnTo>
                      <a:pt x="148437" y="32359"/>
                    </a:lnTo>
                    <a:lnTo>
                      <a:pt x="138137" y="26987"/>
                    </a:lnTo>
                    <a:lnTo>
                      <a:pt x="120611" y="24345"/>
                    </a:lnTo>
                    <a:lnTo>
                      <a:pt x="98209" y="28702"/>
                    </a:lnTo>
                    <a:lnTo>
                      <a:pt x="81546" y="40703"/>
                    </a:lnTo>
                    <a:lnTo>
                      <a:pt x="76288" y="49885"/>
                    </a:lnTo>
                    <a:lnTo>
                      <a:pt x="71145" y="58928"/>
                    </a:lnTo>
                    <a:lnTo>
                      <a:pt x="67589" y="81508"/>
                    </a:lnTo>
                    <a:lnTo>
                      <a:pt x="71196" y="105892"/>
                    </a:lnTo>
                    <a:lnTo>
                      <a:pt x="81686" y="124764"/>
                    </a:lnTo>
                    <a:lnTo>
                      <a:pt x="98488" y="136956"/>
                    </a:lnTo>
                    <a:lnTo>
                      <a:pt x="121043" y="141274"/>
                    </a:lnTo>
                    <a:lnTo>
                      <a:pt x="140614" y="138353"/>
                    </a:lnTo>
                    <a:lnTo>
                      <a:pt x="155765" y="130441"/>
                    </a:lnTo>
                    <a:lnTo>
                      <a:pt x="162483" y="123012"/>
                    </a:lnTo>
                    <a:lnTo>
                      <a:pt x="166281" y="118821"/>
                    </a:lnTo>
                    <a:lnTo>
                      <a:pt x="171907" y="104762"/>
                    </a:lnTo>
                    <a:lnTo>
                      <a:pt x="146481" y="104762"/>
                    </a:lnTo>
                    <a:lnTo>
                      <a:pt x="143573" y="112115"/>
                    </a:lnTo>
                    <a:lnTo>
                      <a:pt x="138252" y="117881"/>
                    </a:lnTo>
                    <a:lnTo>
                      <a:pt x="130670" y="121666"/>
                    </a:lnTo>
                    <a:lnTo>
                      <a:pt x="121043" y="123012"/>
                    </a:lnTo>
                    <a:lnTo>
                      <a:pt x="110147" y="121031"/>
                    </a:lnTo>
                    <a:lnTo>
                      <a:pt x="101142" y="114795"/>
                    </a:lnTo>
                    <a:lnTo>
                      <a:pt x="94856" y="103860"/>
                    </a:lnTo>
                    <a:lnTo>
                      <a:pt x="92151" y="87820"/>
                    </a:lnTo>
                    <a:lnTo>
                      <a:pt x="173215" y="87820"/>
                    </a:lnTo>
                    <a:close/>
                  </a:path>
                  <a:path w="534034" h="141604" extrusionOk="0">
                    <a:moveTo>
                      <a:pt x="281660" y="107594"/>
                    </a:moveTo>
                    <a:lnTo>
                      <a:pt x="277977" y="91567"/>
                    </a:lnTo>
                    <a:lnTo>
                      <a:pt x="268376" y="81534"/>
                    </a:lnTo>
                    <a:lnTo>
                      <a:pt x="254977" y="75476"/>
                    </a:lnTo>
                    <a:lnTo>
                      <a:pt x="228688" y="68326"/>
                    </a:lnTo>
                    <a:lnTo>
                      <a:pt x="220916" y="65316"/>
                    </a:lnTo>
                    <a:lnTo>
                      <a:pt x="216395" y="61328"/>
                    </a:lnTo>
                    <a:lnTo>
                      <a:pt x="214934" y="55422"/>
                    </a:lnTo>
                    <a:lnTo>
                      <a:pt x="214934" y="47383"/>
                    </a:lnTo>
                    <a:lnTo>
                      <a:pt x="221678" y="42392"/>
                    </a:lnTo>
                    <a:lnTo>
                      <a:pt x="233184" y="42392"/>
                    </a:lnTo>
                    <a:lnTo>
                      <a:pt x="242074" y="43586"/>
                    </a:lnTo>
                    <a:lnTo>
                      <a:pt x="248704" y="47205"/>
                    </a:lnTo>
                    <a:lnTo>
                      <a:pt x="252844" y="53301"/>
                    </a:lnTo>
                    <a:lnTo>
                      <a:pt x="254279" y="61950"/>
                    </a:lnTo>
                    <a:lnTo>
                      <a:pt x="278180" y="61950"/>
                    </a:lnTo>
                    <a:lnTo>
                      <a:pt x="275031" y="45720"/>
                    </a:lnTo>
                    <a:lnTo>
                      <a:pt x="266230" y="33934"/>
                    </a:lnTo>
                    <a:lnTo>
                      <a:pt x="252196" y="26771"/>
                    </a:lnTo>
                    <a:lnTo>
                      <a:pt x="233413" y="24345"/>
                    </a:lnTo>
                    <a:lnTo>
                      <a:pt x="215747" y="26758"/>
                    </a:lnTo>
                    <a:lnTo>
                      <a:pt x="202095" y="33528"/>
                    </a:lnTo>
                    <a:lnTo>
                      <a:pt x="193281" y="43967"/>
                    </a:lnTo>
                    <a:lnTo>
                      <a:pt x="190169" y="57391"/>
                    </a:lnTo>
                    <a:lnTo>
                      <a:pt x="193471" y="72428"/>
                    </a:lnTo>
                    <a:lnTo>
                      <a:pt x="202145" y="81699"/>
                    </a:lnTo>
                    <a:lnTo>
                      <a:pt x="214274" y="87185"/>
                    </a:lnTo>
                    <a:lnTo>
                      <a:pt x="240398" y="94132"/>
                    </a:lnTo>
                    <a:lnTo>
                      <a:pt x="249059" y="97536"/>
                    </a:lnTo>
                    <a:lnTo>
                      <a:pt x="254139" y="102171"/>
                    </a:lnTo>
                    <a:lnTo>
                      <a:pt x="255803" y="109118"/>
                    </a:lnTo>
                    <a:lnTo>
                      <a:pt x="255803" y="117373"/>
                    </a:lnTo>
                    <a:lnTo>
                      <a:pt x="248399" y="122809"/>
                    </a:lnTo>
                    <a:lnTo>
                      <a:pt x="235800" y="122809"/>
                    </a:lnTo>
                    <a:lnTo>
                      <a:pt x="225971" y="121412"/>
                    </a:lnTo>
                    <a:lnTo>
                      <a:pt x="218744" y="117322"/>
                    </a:lnTo>
                    <a:lnTo>
                      <a:pt x="214287" y="110705"/>
                    </a:lnTo>
                    <a:lnTo>
                      <a:pt x="212763" y="101714"/>
                    </a:lnTo>
                    <a:lnTo>
                      <a:pt x="187553" y="101714"/>
                    </a:lnTo>
                    <a:lnTo>
                      <a:pt x="190957" y="118999"/>
                    </a:lnTo>
                    <a:lnTo>
                      <a:pt x="200456" y="131368"/>
                    </a:lnTo>
                    <a:lnTo>
                      <a:pt x="215455" y="138798"/>
                    </a:lnTo>
                    <a:lnTo>
                      <a:pt x="235369" y="141274"/>
                    </a:lnTo>
                    <a:lnTo>
                      <a:pt x="254609" y="138823"/>
                    </a:lnTo>
                    <a:lnTo>
                      <a:pt x="269189" y="131927"/>
                    </a:lnTo>
                    <a:lnTo>
                      <a:pt x="278434" y="121285"/>
                    </a:lnTo>
                    <a:lnTo>
                      <a:pt x="281660" y="107594"/>
                    </a:lnTo>
                    <a:close/>
                  </a:path>
                  <a:path w="534034" h="141604" extrusionOk="0">
                    <a:moveTo>
                      <a:pt x="354672" y="118021"/>
                    </a:moveTo>
                    <a:lnTo>
                      <a:pt x="352933" y="118668"/>
                    </a:lnTo>
                    <a:lnTo>
                      <a:pt x="349897" y="119113"/>
                    </a:lnTo>
                    <a:lnTo>
                      <a:pt x="336194" y="119113"/>
                    </a:lnTo>
                    <a:lnTo>
                      <a:pt x="332066" y="114122"/>
                    </a:lnTo>
                    <a:lnTo>
                      <a:pt x="332066" y="46520"/>
                    </a:lnTo>
                    <a:lnTo>
                      <a:pt x="353593" y="46520"/>
                    </a:lnTo>
                    <a:lnTo>
                      <a:pt x="353593" y="27609"/>
                    </a:lnTo>
                    <a:lnTo>
                      <a:pt x="332066" y="27609"/>
                    </a:lnTo>
                    <a:lnTo>
                      <a:pt x="332066" y="0"/>
                    </a:lnTo>
                    <a:lnTo>
                      <a:pt x="307301" y="0"/>
                    </a:lnTo>
                    <a:lnTo>
                      <a:pt x="307301" y="27609"/>
                    </a:lnTo>
                    <a:lnTo>
                      <a:pt x="288823" y="27609"/>
                    </a:lnTo>
                    <a:lnTo>
                      <a:pt x="288823" y="46520"/>
                    </a:lnTo>
                    <a:lnTo>
                      <a:pt x="307301" y="46520"/>
                    </a:lnTo>
                    <a:lnTo>
                      <a:pt x="307301" y="105410"/>
                    </a:lnTo>
                    <a:lnTo>
                      <a:pt x="309257" y="120891"/>
                    </a:lnTo>
                    <a:lnTo>
                      <a:pt x="315315" y="131419"/>
                    </a:lnTo>
                    <a:lnTo>
                      <a:pt x="325729" y="137414"/>
                    </a:lnTo>
                    <a:lnTo>
                      <a:pt x="340766" y="139319"/>
                    </a:lnTo>
                    <a:lnTo>
                      <a:pt x="345338" y="139319"/>
                    </a:lnTo>
                    <a:lnTo>
                      <a:pt x="350977" y="138455"/>
                    </a:lnTo>
                    <a:lnTo>
                      <a:pt x="354672" y="137363"/>
                    </a:lnTo>
                    <a:lnTo>
                      <a:pt x="354672" y="118021"/>
                    </a:lnTo>
                    <a:close/>
                  </a:path>
                  <a:path w="534034" h="141604" extrusionOk="0">
                    <a:moveTo>
                      <a:pt x="533755" y="69989"/>
                    </a:moveTo>
                    <a:lnTo>
                      <a:pt x="531152" y="50393"/>
                    </a:lnTo>
                    <a:lnTo>
                      <a:pt x="523659" y="36322"/>
                    </a:lnTo>
                    <a:lnTo>
                      <a:pt x="511759" y="27838"/>
                    </a:lnTo>
                    <a:lnTo>
                      <a:pt x="495935" y="24993"/>
                    </a:lnTo>
                    <a:lnTo>
                      <a:pt x="484479" y="26352"/>
                    </a:lnTo>
                    <a:lnTo>
                      <a:pt x="474967" y="30264"/>
                    </a:lnTo>
                    <a:lnTo>
                      <a:pt x="467093" y="36550"/>
                    </a:lnTo>
                    <a:lnTo>
                      <a:pt x="460514" y="44996"/>
                    </a:lnTo>
                    <a:lnTo>
                      <a:pt x="455180" y="36372"/>
                    </a:lnTo>
                    <a:lnTo>
                      <a:pt x="447802" y="30111"/>
                    </a:lnTo>
                    <a:lnTo>
                      <a:pt x="438632" y="26289"/>
                    </a:lnTo>
                    <a:lnTo>
                      <a:pt x="427913" y="24993"/>
                    </a:lnTo>
                    <a:lnTo>
                      <a:pt x="418719" y="25984"/>
                    </a:lnTo>
                    <a:lnTo>
                      <a:pt x="410641" y="28943"/>
                    </a:lnTo>
                    <a:lnTo>
                      <a:pt x="403529" y="33896"/>
                    </a:lnTo>
                    <a:lnTo>
                      <a:pt x="397268" y="40868"/>
                    </a:lnTo>
                    <a:lnTo>
                      <a:pt x="396836" y="40868"/>
                    </a:lnTo>
                    <a:lnTo>
                      <a:pt x="396836" y="27609"/>
                    </a:lnTo>
                    <a:lnTo>
                      <a:pt x="373151" y="27609"/>
                    </a:lnTo>
                    <a:lnTo>
                      <a:pt x="373151" y="138023"/>
                    </a:lnTo>
                    <a:lnTo>
                      <a:pt x="397916" y="138023"/>
                    </a:lnTo>
                    <a:lnTo>
                      <a:pt x="397916" y="78905"/>
                    </a:lnTo>
                    <a:lnTo>
                      <a:pt x="399478" y="64617"/>
                    </a:lnTo>
                    <a:lnTo>
                      <a:pt x="403999" y="53962"/>
                    </a:lnTo>
                    <a:lnTo>
                      <a:pt x="411302" y="47294"/>
                    </a:lnTo>
                    <a:lnTo>
                      <a:pt x="421182" y="44996"/>
                    </a:lnTo>
                    <a:lnTo>
                      <a:pt x="429679" y="46672"/>
                    </a:lnTo>
                    <a:lnTo>
                      <a:pt x="435876" y="51523"/>
                    </a:lnTo>
                    <a:lnTo>
                      <a:pt x="439674" y="59296"/>
                    </a:lnTo>
                    <a:lnTo>
                      <a:pt x="440956" y="69773"/>
                    </a:lnTo>
                    <a:lnTo>
                      <a:pt x="440956" y="138023"/>
                    </a:lnTo>
                    <a:lnTo>
                      <a:pt x="465734" y="138023"/>
                    </a:lnTo>
                    <a:lnTo>
                      <a:pt x="465734" y="78460"/>
                    </a:lnTo>
                    <a:lnTo>
                      <a:pt x="467321" y="64338"/>
                    </a:lnTo>
                    <a:lnTo>
                      <a:pt x="471893" y="53822"/>
                    </a:lnTo>
                    <a:lnTo>
                      <a:pt x="479209" y="47256"/>
                    </a:lnTo>
                    <a:lnTo>
                      <a:pt x="488988" y="44996"/>
                    </a:lnTo>
                    <a:lnTo>
                      <a:pt x="497332" y="46520"/>
                    </a:lnTo>
                    <a:lnTo>
                      <a:pt x="503631" y="51358"/>
                    </a:lnTo>
                    <a:lnTo>
                      <a:pt x="507606" y="59855"/>
                    </a:lnTo>
                    <a:lnTo>
                      <a:pt x="508990" y="72377"/>
                    </a:lnTo>
                    <a:lnTo>
                      <a:pt x="508990" y="138023"/>
                    </a:lnTo>
                    <a:lnTo>
                      <a:pt x="533755" y="138023"/>
                    </a:lnTo>
                    <a:lnTo>
                      <a:pt x="533755" y="69989"/>
                    </a:lnTo>
                    <a:close/>
                  </a:path>
                </a:pathLst>
              </a:custGeom>
              <a:solidFill>
                <a:srgbClr val="00426B"/>
              </a:solidFill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pic>
            <p:nvPicPr>
              <p:cNvPr id="23" name="Google Shape;23;p3"/>
              <p:cNvPicPr preferRelativeResize="0"/>
              <p:nvPr/>
            </p:nvPicPr>
            <p:blipFill rotWithShape="1">
              <a:blip r:embed="rId4">
                <a:alphaModFix/>
              </a:blip>
              <a:srcRect/>
              <a:stretch/>
            </p:blipFill>
            <p:spPr>
              <a:xfrm>
                <a:off x="18375819" y="401101"/>
                <a:ext cx="108886" cy="116917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4" name="Google Shape;24;p3"/>
              <p:cNvPicPr preferRelativeResize="0"/>
              <p:nvPr/>
            </p:nvPicPr>
            <p:blipFill rotWithShape="1">
              <a:blip r:embed="rId5">
                <a:alphaModFix/>
              </a:blip>
              <a:srcRect/>
              <a:stretch/>
            </p:blipFill>
            <p:spPr>
              <a:xfrm>
                <a:off x="18505568" y="376750"/>
                <a:ext cx="174732" cy="13931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25" name="Google Shape;25;p3"/>
            <p:cNvGrpSpPr/>
            <p:nvPr/>
          </p:nvGrpSpPr>
          <p:grpSpPr>
            <a:xfrm>
              <a:off x="18747447" y="360020"/>
              <a:ext cx="955485" cy="196037"/>
              <a:chOff x="18747447" y="360020"/>
              <a:chExt cx="955485" cy="196037"/>
            </a:xfrm>
          </p:grpSpPr>
          <p:pic>
            <p:nvPicPr>
              <p:cNvPr id="26" name="Google Shape;26;p3"/>
              <p:cNvPicPr preferRelativeResize="0"/>
              <p:nvPr/>
            </p:nvPicPr>
            <p:blipFill rotWithShape="1">
              <a:blip r:embed="rId6">
                <a:alphaModFix/>
              </a:blip>
              <a:srcRect/>
              <a:stretch/>
            </p:blipFill>
            <p:spPr>
              <a:xfrm>
                <a:off x="18896971" y="401749"/>
                <a:ext cx="97148" cy="113012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7" name="Google Shape;27;p3"/>
              <p:cNvPicPr preferRelativeResize="0"/>
              <p:nvPr/>
            </p:nvPicPr>
            <p:blipFill rotWithShape="1">
              <a:blip r:embed="rId7">
                <a:alphaModFix/>
              </a:blip>
              <a:srcRect/>
              <a:stretch/>
            </p:blipFill>
            <p:spPr>
              <a:xfrm>
                <a:off x="18747447" y="360020"/>
                <a:ext cx="118886" cy="1580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8" name="Google Shape;28;p3"/>
              <p:cNvSpPr/>
              <p:nvPr/>
            </p:nvSpPr>
            <p:spPr>
              <a:xfrm>
                <a:off x="19021501" y="360025"/>
                <a:ext cx="254000" cy="158115"/>
              </a:xfrm>
              <a:custGeom>
                <a:avLst/>
                <a:gdLst/>
                <a:ahLst/>
                <a:cxnLst/>
                <a:rect l="l" t="t" r="r" b="b"/>
                <a:pathLst>
                  <a:path w="254000" h="158115" extrusionOk="0">
                    <a:moveTo>
                      <a:pt x="24777" y="44335"/>
                    </a:moveTo>
                    <a:lnTo>
                      <a:pt x="0" y="44335"/>
                    </a:lnTo>
                    <a:lnTo>
                      <a:pt x="0" y="154736"/>
                    </a:lnTo>
                    <a:lnTo>
                      <a:pt x="24777" y="154736"/>
                    </a:lnTo>
                    <a:lnTo>
                      <a:pt x="24777" y="44335"/>
                    </a:lnTo>
                    <a:close/>
                  </a:path>
                  <a:path w="254000" h="158115" extrusionOk="0">
                    <a:moveTo>
                      <a:pt x="24777" y="0"/>
                    </a:moveTo>
                    <a:lnTo>
                      <a:pt x="0" y="0"/>
                    </a:lnTo>
                    <a:lnTo>
                      <a:pt x="0" y="23698"/>
                    </a:lnTo>
                    <a:lnTo>
                      <a:pt x="24777" y="23698"/>
                    </a:lnTo>
                    <a:lnTo>
                      <a:pt x="24777" y="0"/>
                    </a:lnTo>
                    <a:close/>
                  </a:path>
                  <a:path w="254000" h="158115" extrusionOk="0">
                    <a:moveTo>
                      <a:pt x="145173" y="44335"/>
                    </a:moveTo>
                    <a:lnTo>
                      <a:pt x="119303" y="44335"/>
                    </a:lnTo>
                    <a:lnTo>
                      <a:pt x="104965" y="89319"/>
                    </a:lnTo>
                    <a:lnTo>
                      <a:pt x="97574" y="113360"/>
                    </a:lnTo>
                    <a:lnTo>
                      <a:pt x="90843" y="137566"/>
                    </a:lnTo>
                    <a:lnTo>
                      <a:pt x="90398" y="137566"/>
                    </a:lnTo>
                    <a:lnTo>
                      <a:pt x="87096" y="125412"/>
                    </a:lnTo>
                    <a:lnTo>
                      <a:pt x="80073" y="101358"/>
                    </a:lnTo>
                    <a:lnTo>
                      <a:pt x="61925" y="44335"/>
                    </a:lnTo>
                    <a:lnTo>
                      <a:pt x="36068" y="44335"/>
                    </a:lnTo>
                    <a:lnTo>
                      <a:pt x="74536" y="154749"/>
                    </a:lnTo>
                    <a:lnTo>
                      <a:pt x="106705" y="154749"/>
                    </a:lnTo>
                    <a:lnTo>
                      <a:pt x="145173" y="44335"/>
                    </a:lnTo>
                    <a:close/>
                  </a:path>
                  <a:path w="254000" h="158115" extrusionOk="0">
                    <a:moveTo>
                      <a:pt x="253403" y="104546"/>
                    </a:moveTo>
                    <a:lnTo>
                      <a:pt x="243598" y="63080"/>
                    </a:lnTo>
                    <a:lnTo>
                      <a:pt x="228625" y="49085"/>
                    </a:lnTo>
                    <a:lnTo>
                      <a:pt x="228625" y="88239"/>
                    </a:lnTo>
                    <a:lnTo>
                      <a:pt x="172758" y="88239"/>
                    </a:lnTo>
                    <a:lnTo>
                      <a:pt x="175958" y="75653"/>
                    </a:lnTo>
                    <a:lnTo>
                      <a:pt x="181978" y="66611"/>
                    </a:lnTo>
                    <a:lnTo>
                      <a:pt x="190398" y="61163"/>
                    </a:lnTo>
                    <a:lnTo>
                      <a:pt x="200799" y="59334"/>
                    </a:lnTo>
                    <a:lnTo>
                      <a:pt x="211315" y="61163"/>
                    </a:lnTo>
                    <a:lnTo>
                      <a:pt x="211188" y="61163"/>
                    </a:lnTo>
                    <a:lnTo>
                      <a:pt x="219659" y="66611"/>
                    </a:lnTo>
                    <a:lnTo>
                      <a:pt x="225640" y="75653"/>
                    </a:lnTo>
                    <a:lnTo>
                      <a:pt x="228625" y="88239"/>
                    </a:lnTo>
                    <a:lnTo>
                      <a:pt x="228625" y="49085"/>
                    </a:lnTo>
                    <a:lnTo>
                      <a:pt x="218325" y="43713"/>
                    </a:lnTo>
                    <a:lnTo>
                      <a:pt x="200799" y="41071"/>
                    </a:lnTo>
                    <a:lnTo>
                      <a:pt x="178396" y="45427"/>
                    </a:lnTo>
                    <a:lnTo>
                      <a:pt x="161734" y="57429"/>
                    </a:lnTo>
                    <a:lnTo>
                      <a:pt x="156464" y="66611"/>
                    </a:lnTo>
                    <a:lnTo>
                      <a:pt x="151333" y="75653"/>
                    </a:lnTo>
                    <a:lnTo>
                      <a:pt x="147764" y="98234"/>
                    </a:lnTo>
                    <a:lnTo>
                      <a:pt x="151384" y="122618"/>
                    </a:lnTo>
                    <a:lnTo>
                      <a:pt x="161874" y="141490"/>
                    </a:lnTo>
                    <a:lnTo>
                      <a:pt x="178663" y="153682"/>
                    </a:lnTo>
                    <a:lnTo>
                      <a:pt x="201231" y="158000"/>
                    </a:lnTo>
                    <a:lnTo>
                      <a:pt x="220789" y="155079"/>
                    </a:lnTo>
                    <a:lnTo>
                      <a:pt x="235953" y="147167"/>
                    </a:lnTo>
                    <a:lnTo>
                      <a:pt x="242671" y="139738"/>
                    </a:lnTo>
                    <a:lnTo>
                      <a:pt x="246468" y="135547"/>
                    </a:lnTo>
                    <a:lnTo>
                      <a:pt x="252095" y="121488"/>
                    </a:lnTo>
                    <a:lnTo>
                      <a:pt x="226669" y="121488"/>
                    </a:lnTo>
                    <a:lnTo>
                      <a:pt x="223761" y="128841"/>
                    </a:lnTo>
                    <a:lnTo>
                      <a:pt x="218440" y="134607"/>
                    </a:lnTo>
                    <a:lnTo>
                      <a:pt x="210870" y="138391"/>
                    </a:lnTo>
                    <a:lnTo>
                      <a:pt x="201231" y="139738"/>
                    </a:lnTo>
                    <a:lnTo>
                      <a:pt x="190334" y="137756"/>
                    </a:lnTo>
                    <a:lnTo>
                      <a:pt x="181330" y="131508"/>
                    </a:lnTo>
                    <a:lnTo>
                      <a:pt x="175044" y="120586"/>
                    </a:lnTo>
                    <a:lnTo>
                      <a:pt x="172339" y="104546"/>
                    </a:lnTo>
                    <a:lnTo>
                      <a:pt x="253403" y="104546"/>
                    </a:lnTo>
                    <a:close/>
                  </a:path>
                </a:pathLst>
              </a:custGeom>
              <a:solidFill>
                <a:srgbClr val="00426B"/>
              </a:solidFill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pic>
            <p:nvPicPr>
              <p:cNvPr id="29" name="Google Shape;29;p3"/>
              <p:cNvPicPr preferRelativeResize="0"/>
              <p:nvPr/>
            </p:nvPicPr>
            <p:blipFill rotWithShape="1">
              <a:blip r:embed="rId8">
                <a:alphaModFix/>
              </a:blip>
              <a:srcRect/>
              <a:stretch/>
            </p:blipFill>
            <p:spPr>
              <a:xfrm>
                <a:off x="19295770" y="401094"/>
                <a:ext cx="162777" cy="116928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30" name="Google Shape;30;p3"/>
              <p:cNvPicPr preferRelativeResize="0"/>
              <p:nvPr/>
            </p:nvPicPr>
            <p:blipFill rotWithShape="1">
              <a:blip r:embed="rId9">
                <a:alphaModFix/>
              </a:blip>
              <a:srcRect/>
              <a:stretch/>
            </p:blipFill>
            <p:spPr>
              <a:xfrm>
                <a:off x="19479626" y="360020"/>
                <a:ext cx="223306" cy="196037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 and quote">
  <p:cSld name="Title Slide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Google Shape;32;p4" title="Artboard 3@300x-100.jp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98668" y="-19866"/>
            <a:ext cx="20222633" cy="11375225"/>
          </a:xfrm>
          <a:prstGeom prst="rect">
            <a:avLst/>
          </a:prstGeom>
          <a:noFill/>
          <a:ln>
            <a:noFill/>
          </a:ln>
        </p:spPr>
      </p:pic>
      <p:sp>
        <p:nvSpPr>
          <p:cNvPr id="33" name="Google Shape;33;p4"/>
          <p:cNvSpPr>
            <a:spLocks noGrp="1"/>
          </p:cNvSpPr>
          <p:nvPr>
            <p:ph type="pic" idx="2"/>
          </p:nvPr>
        </p:nvSpPr>
        <p:spPr>
          <a:xfrm>
            <a:off x="-98675" y="-19875"/>
            <a:ext cx="7752900" cy="6933300"/>
          </a:xfrm>
          <a:prstGeom prst="rect">
            <a:avLst/>
          </a:prstGeom>
          <a:noFill/>
          <a:ln>
            <a:noFill/>
          </a:ln>
        </p:spPr>
      </p:sp>
      <p:sp>
        <p:nvSpPr>
          <p:cNvPr id="34" name="Google Shape;34;p4"/>
          <p:cNvSpPr txBox="1">
            <a:spLocks noGrp="1"/>
          </p:cNvSpPr>
          <p:nvPr>
            <p:ph type="title"/>
          </p:nvPr>
        </p:nvSpPr>
        <p:spPr>
          <a:xfrm>
            <a:off x="8952325" y="1852225"/>
            <a:ext cx="10335900" cy="269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800"/>
              <a:buFont typeface="Inter Medium"/>
              <a:buNone/>
              <a:defRPr sz="58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4"/>
          <p:cNvSpPr txBox="1">
            <a:spLocks noGrp="1"/>
          </p:cNvSpPr>
          <p:nvPr>
            <p:ph type="body" idx="1"/>
          </p:nvPr>
        </p:nvSpPr>
        <p:spPr>
          <a:xfrm>
            <a:off x="8952325" y="7806950"/>
            <a:ext cx="6093900" cy="109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4381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300"/>
              <a:buFont typeface="Inter"/>
              <a:buChar char="●"/>
              <a:defRPr sz="33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Char char="○"/>
              <a:defRPr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Char char="■"/>
              <a:defRPr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Char char="●"/>
              <a:defRPr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Char char="○"/>
              <a:defRPr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Char char="■"/>
              <a:defRPr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Char char="●"/>
              <a:defRPr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Char char="○"/>
              <a:defRPr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Char char="■"/>
              <a:defRPr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 and quote 1">
  <p:cSld name="Title Slide_2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Google Shape;37;p5" title="Artboard 3@300x-100.jp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98668" y="-19866"/>
            <a:ext cx="20222633" cy="11375225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5"/>
          <p:cNvSpPr>
            <a:spLocks noGrp="1"/>
          </p:cNvSpPr>
          <p:nvPr>
            <p:ph type="pic" idx="2"/>
          </p:nvPr>
        </p:nvSpPr>
        <p:spPr>
          <a:xfrm>
            <a:off x="-98675" y="-19875"/>
            <a:ext cx="7752900" cy="6933300"/>
          </a:xfrm>
          <a:prstGeom prst="rect">
            <a:avLst/>
          </a:prstGeom>
          <a:noFill/>
          <a:ln>
            <a:noFill/>
          </a:ln>
        </p:spPr>
      </p:sp>
      <p:sp>
        <p:nvSpPr>
          <p:cNvPr id="39" name="Google Shape;39;p5"/>
          <p:cNvSpPr txBox="1">
            <a:spLocks noGrp="1"/>
          </p:cNvSpPr>
          <p:nvPr>
            <p:ph type="title"/>
          </p:nvPr>
        </p:nvSpPr>
        <p:spPr>
          <a:xfrm>
            <a:off x="8952325" y="1852225"/>
            <a:ext cx="10335900" cy="269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800"/>
              <a:buFont typeface="Inter Medium"/>
              <a:buNone/>
              <a:defRPr sz="58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5"/>
          <p:cNvSpPr txBox="1">
            <a:spLocks noGrp="1"/>
          </p:cNvSpPr>
          <p:nvPr>
            <p:ph type="body" idx="1"/>
          </p:nvPr>
        </p:nvSpPr>
        <p:spPr>
          <a:xfrm>
            <a:off x="8952325" y="7806950"/>
            <a:ext cx="6093900" cy="109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4381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300"/>
              <a:buFont typeface="Inter"/>
              <a:buChar char="●"/>
              <a:defRPr sz="33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Char char="○"/>
              <a:defRPr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Char char="■"/>
              <a:defRPr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Char char="●"/>
              <a:defRPr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Char char="○"/>
              <a:defRPr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Char char="■"/>
              <a:defRPr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Char char="●"/>
              <a:defRPr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Char char="○"/>
              <a:defRPr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Char char="■"/>
              <a:defRPr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41" name="Google Shape;41;p5"/>
          <p:cNvSpPr/>
          <p:nvPr/>
        </p:nvSpPr>
        <p:spPr>
          <a:xfrm>
            <a:off x="7654225" y="3476500"/>
            <a:ext cx="12450000" cy="7906500"/>
          </a:xfrm>
          <a:prstGeom prst="rect">
            <a:avLst/>
          </a:prstGeom>
          <a:solidFill>
            <a:srgbClr val="00426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" name="Google Shape;42;p5"/>
          <p:cNvSpPr txBox="1">
            <a:spLocks noGrp="1"/>
          </p:cNvSpPr>
          <p:nvPr>
            <p:ph type="body" idx="3"/>
          </p:nvPr>
        </p:nvSpPr>
        <p:spPr>
          <a:xfrm>
            <a:off x="9118350" y="4489650"/>
            <a:ext cx="10170000" cy="59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tandalone Quote">
  <p:cSld name="Two Content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Google Shape;44;p6" title="Artboard 4@300x-100.jp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1422" y="-13588"/>
            <a:ext cx="20105523" cy="11309351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6"/>
          <p:cNvSpPr txBox="1">
            <a:spLocks noGrp="1"/>
          </p:cNvSpPr>
          <p:nvPr>
            <p:ph type="body" idx="1"/>
          </p:nvPr>
        </p:nvSpPr>
        <p:spPr>
          <a:xfrm>
            <a:off x="2192088" y="4006325"/>
            <a:ext cx="15718500" cy="242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536575" algn="ctr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4850"/>
              <a:buFont typeface="Inter"/>
              <a:buChar char="●"/>
              <a:defRPr sz="4850" b="1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defRPr>
            </a:lvl1pPr>
            <a:lvl2pPr marL="914400" lvl="1" indent="-536575" algn="ctr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4850"/>
              <a:buFont typeface="Inter"/>
              <a:buChar char="○"/>
              <a:defRPr sz="4850" b="1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371600" lvl="2" indent="-536575" algn="ctr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4850"/>
              <a:buFont typeface="Inter"/>
              <a:buChar char="■"/>
              <a:defRPr sz="4850" b="1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1828800" lvl="3" indent="-536575" algn="ctr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4850"/>
              <a:buFont typeface="Inter"/>
              <a:buChar char="●"/>
              <a:defRPr sz="4850" b="1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2286000" lvl="4" indent="-536575" algn="ctr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4850"/>
              <a:buFont typeface="Inter"/>
              <a:buChar char="○"/>
              <a:defRPr sz="4850" b="1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2743200" lvl="5" indent="-536575" algn="ctr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4850"/>
              <a:buFont typeface="Inter"/>
              <a:buChar char="■"/>
              <a:defRPr sz="4850" b="1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3200400" lvl="6" indent="-536575" algn="ctr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4850"/>
              <a:buFont typeface="Inter"/>
              <a:buChar char="●"/>
              <a:defRPr sz="4850" b="1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3657600" lvl="7" indent="-536575" algn="ctr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4850"/>
              <a:buFont typeface="Inter"/>
              <a:buChar char="○"/>
              <a:defRPr sz="4850" b="1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4114800" lvl="8" indent="-536575" algn="ctr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4850"/>
              <a:buFont typeface="Inter"/>
              <a:buChar char="■"/>
              <a:defRPr sz="4850" b="1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46" name="Google Shape;46;p6"/>
          <p:cNvSpPr txBox="1">
            <a:spLocks noGrp="1"/>
          </p:cNvSpPr>
          <p:nvPr>
            <p:ph type="body" idx="2"/>
          </p:nvPr>
        </p:nvSpPr>
        <p:spPr>
          <a:xfrm>
            <a:off x="3231875" y="7086600"/>
            <a:ext cx="13639800" cy="65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492125" algn="ctr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4150"/>
              <a:buFont typeface="Inter Light"/>
              <a:buChar char="●"/>
              <a:defRPr sz="4150">
                <a:solidFill>
                  <a:srgbClr val="00426B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  <a:lvl2pPr marL="914400" lvl="1" indent="-492125" algn="ctr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4150"/>
              <a:buFont typeface="Inter Light"/>
              <a:buChar char="○"/>
              <a:defRPr sz="4150">
                <a:solidFill>
                  <a:srgbClr val="00426B"/>
                </a:solidFill>
                <a:latin typeface="Inter Light"/>
                <a:ea typeface="Inter Light"/>
                <a:cs typeface="Inter Light"/>
                <a:sym typeface="Inter Light"/>
              </a:defRPr>
            </a:lvl2pPr>
            <a:lvl3pPr marL="1371600" lvl="2" indent="-492125" algn="ctr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4150"/>
              <a:buFont typeface="Inter Light"/>
              <a:buChar char="■"/>
              <a:defRPr sz="4150">
                <a:solidFill>
                  <a:srgbClr val="00426B"/>
                </a:solidFill>
                <a:latin typeface="Inter Light"/>
                <a:ea typeface="Inter Light"/>
                <a:cs typeface="Inter Light"/>
                <a:sym typeface="Inter Light"/>
              </a:defRPr>
            </a:lvl3pPr>
            <a:lvl4pPr marL="1828800" lvl="3" indent="-492125" algn="ctr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4150"/>
              <a:buFont typeface="Inter Light"/>
              <a:buChar char="●"/>
              <a:defRPr sz="4150">
                <a:solidFill>
                  <a:srgbClr val="00426B"/>
                </a:solidFill>
                <a:latin typeface="Inter Light"/>
                <a:ea typeface="Inter Light"/>
                <a:cs typeface="Inter Light"/>
                <a:sym typeface="Inter Light"/>
              </a:defRPr>
            </a:lvl4pPr>
            <a:lvl5pPr marL="2286000" lvl="4" indent="-492125" algn="ctr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4150"/>
              <a:buFont typeface="Inter Light"/>
              <a:buChar char="○"/>
              <a:defRPr sz="4150">
                <a:solidFill>
                  <a:srgbClr val="00426B"/>
                </a:solidFill>
                <a:latin typeface="Inter Light"/>
                <a:ea typeface="Inter Light"/>
                <a:cs typeface="Inter Light"/>
                <a:sym typeface="Inter Light"/>
              </a:defRPr>
            </a:lvl5pPr>
            <a:lvl6pPr marL="2743200" lvl="5" indent="-492125" algn="ctr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4150"/>
              <a:buFont typeface="Inter Light"/>
              <a:buChar char="■"/>
              <a:defRPr sz="4150">
                <a:solidFill>
                  <a:srgbClr val="00426B"/>
                </a:solidFill>
                <a:latin typeface="Inter Light"/>
                <a:ea typeface="Inter Light"/>
                <a:cs typeface="Inter Light"/>
                <a:sym typeface="Inter Light"/>
              </a:defRPr>
            </a:lvl6pPr>
            <a:lvl7pPr marL="3200400" lvl="6" indent="-492125" algn="ctr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4150"/>
              <a:buFont typeface="Inter Light"/>
              <a:buChar char="●"/>
              <a:defRPr sz="4150">
                <a:solidFill>
                  <a:srgbClr val="00426B"/>
                </a:solidFill>
                <a:latin typeface="Inter Light"/>
                <a:ea typeface="Inter Light"/>
                <a:cs typeface="Inter Light"/>
                <a:sym typeface="Inter Light"/>
              </a:defRPr>
            </a:lvl7pPr>
            <a:lvl8pPr marL="3657600" lvl="7" indent="-492125" algn="ctr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4150"/>
              <a:buFont typeface="Inter Light"/>
              <a:buChar char="○"/>
              <a:defRPr sz="4150">
                <a:solidFill>
                  <a:srgbClr val="00426B"/>
                </a:solidFill>
                <a:latin typeface="Inter Light"/>
                <a:ea typeface="Inter Light"/>
                <a:cs typeface="Inter Light"/>
                <a:sym typeface="Inter Light"/>
              </a:defRPr>
            </a:lvl8pPr>
            <a:lvl9pPr marL="4114800" lvl="8" indent="-492125" algn="ctr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4150"/>
              <a:buFont typeface="Inter Light"/>
              <a:buChar char="■"/>
              <a:defRPr sz="4150">
                <a:solidFill>
                  <a:srgbClr val="00426B"/>
                </a:solidFill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>
            <a:endParaRPr/>
          </a:p>
        </p:txBody>
      </p:sp>
      <p:sp>
        <p:nvSpPr>
          <p:cNvPr id="47" name="Google Shape;47;p6"/>
          <p:cNvSpPr/>
          <p:nvPr/>
        </p:nvSpPr>
        <p:spPr>
          <a:xfrm>
            <a:off x="8949150" y="9735875"/>
            <a:ext cx="2048700" cy="10983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slide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" name="Google Shape;49;p7" title="Artboard 5@300x-100.jp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700" y="0"/>
            <a:ext cx="20105498" cy="11309351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7"/>
          <p:cNvSpPr>
            <a:spLocks noGrp="1"/>
          </p:cNvSpPr>
          <p:nvPr>
            <p:ph type="pic" idx="2"/>
          </p:nvPr>
        </p:nvSpPr>
        <p:spPr>
          <a:xfrm>
            <a:off x="12817275" y="0"/>
            <a:ext cx="7287600" cy="113094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1" name="Google Shape;51;p7"/>
          <p:cNvGrpSpPr/>
          <p:nvPr/>
        </p:nvGrpSpPr>
        <p:grpSpPr>
          <a:xfrm>
            <a:off x="17667338" y="356758"/>
            <a:ext cx="2035594" cy="199299"/>
            <a:chOff x="17667338" y="356758"/>
            <a:chExt cx="2035594" cy="199299"/>
          </a:xfrm>
        </p:grpSpPr>
        <p:pic>
          <p:nvPicPr>
            <p:cNvPr id="52" name="Google Shape;52;p7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7667338" y="356758"/>
              <a:ext cx="132791" cy="16127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3" name="Google Shape;53;p7"/>
            <p:cNvSpPr/>
            <p:nvPr/>
          </p:nvSpPr>
          <p:spPr>
            <a:xfrm>
              <a:off x="17822291" y="376751"/>
              <a:ext cx="534034" cy="141604"/>
            </a:xfrm>
            <a:custGeom>
              <a:avLst/>
              <a:gdLst/>
              <a:ahLst/>
              <a:cxnLst/>
              <a:rect l="l" t="t" r="r" b="b"/>
              <a:pathLst>
                <a:path w="534034" h="141604" extrusionOk="0">
                  <a:moveTo>
                    <a:pt x="64122" y="27178"/>
                  </a:moveTo>
                  <a:lnTo>
                    <a:pt x="61290" y="26530"/>
                  </a:lnTo>
                  <a:lnTo>
                    <a:pt x="57797" y="26085"/>
                  </a:lnTo>
                  <a:lnTo>
                    <a:pt x="54991" y="26085"/>
                  </a:lnTo>
                  <a:lnTo>
                    <a:pt x="45326" y="27190"/>
                  </a:lnTo>
                  <a:lnTo>
                    <a:pt x="36868" y="30518"/>
                  </a:lnTo>
                  <a:lnTo>
                    <a:pt x="29591" y="36080"/>
                  </a:lnTo>
                  <a:lnTo>
                    <a:pt x="23469" y="43903"/>
                  </a:lnTo>
                  <a:lnTo>
                    <a:pt x="23025" y="43903"/>
                  </a:lnTo>
                  <a:lnTo>
                    <a:pt x="23025" y="27609"/>
                  </a:lnTo>
                  <a:lnTo>
                    <a:pt x="0" y="27609"/>
                  </a:lnTo>
                  <a:lnTo>
                    <a:pt x="0" y="138023"/>
                  </a:lnTo>
                  <a:lnTo>
                    <a:pt x="24777" y="138023"/>
                  </a:lnTo>
                  <a:lnTo>
                    <a:pt x="24777" y="83896"/>
                  </a:lnTo>
                  <a:lnTo>
                    <a:pt x="26784" y="68605"/>
                  </a:lnTo>
                  <a:lnTo>
                    <a:pt x="32689" y="57442"/>
                  </a:lnTo>
                  <a:lnTo>
                    <a:pt x="42291" y="50584"/>
                  </a:lnTo>
                  <a:lnTo>
                    <a:pt x="55410" y="48260"/>
                  </a:lnTo>
                  <a:lnTo>
                    <a:pt x="58242" y="48260"/>
                  </a:lnTo>
                  <a:lnTo>
                    <a:pt x="61074" y="48475"/>
                  </a:lnTo>
                  <a:lnTo>
                    <a:pt x="64122" y="49123"/>
                  </a:lnTo>
                  <a:lnTo>
                    <a:pt x="64122" y="27178"/>
                  </a:lnTo>
                  <a:close/>
                </a:path>
                <a:path w="534034" h="141604" extrusionOk="0">
                  <a:moveTo>
                    <a:pt x="173215" y="87820"/>
                  </a:moveTo>
                  <a:lnTo>
                    <a:pt x="163410" y="46355"/>
                  </a:lnTo>
                  <a:lnTo>
                    <a:pt x="148437" y="32359"/>
                  </a:lnTo>
                  <a:lnTo>
                    <a:pt x="148437" y="71513"/>
                  </a:lnTo>
                  <a:lnTo>
                    <a:pt x="92583" y="71513"/>
                  </a:lnTo>
                  <a:lnTo>
                    <a:pt x="95770" y="58928"/>
                  </a:lnTo>
                  <a:lnTo>
                    <a:pt x="101790" y="49885"/>
                  </a:lnTo>
                  <a:lnTo>
                    <a:pt x="110223" y="44437"/>
                  </a:lnTo>
                  <a:lnTo>
                    <a:pt x="120611" y="42608"/>
                  </a:lnTo>
                  <a:lnTo>
                    <a:pt x="131000" y="44437"/>
                  </a:lnTo>
                  <a:lnTo>
                    <a:pt x="139471" y="49885"/>
                  </a:lnTo>
                  <a:lnTo>
                    <a:pt x="145453" y="58928"/>
                  </a:lnTo>
                  <a:lnTo>
                    <a:pt x="148437" y="71513"/>
                  </a:lnTo>
                  <a:lnTo>
                    <a:pt x="148437" y="32359"/>
                  </a:lnTo>
                  <a:lnTo>
                    <a:pt x="138137" y="26987"/>
                  </a:lnTo>
                  <a:lnTo>
                    <a:pt x="120611" y="24345"/>
                  </a:lnTo>
                  <a:lnTo>
                    <a:pt x="98209" y="28702"/>
                  </a:lnTo>
                  <a:lnTo>
                    <a:pt x="81546" y="40703"/>
                  </a:lnTo>
                  <a:lnTo>
                    <a:pt x="76288" y="49885"/>
                  </a:lnTo>
                  <a:lnTo>
                    <a:pt x="71145" y="58928"/>
                  </a:lnTo>
                  <a:lnTo>
                    <a:pt x="67589" y="81508"/>
                  </a:lnTo>
                  <a:lnTo>
                    <a:pt x="71196" y="105892"/>
                  </a:lnTo>
                  <a:lnTo>
                    <a:pt x="81686" y="124764"/>
                  </a:lnTo>
                  <a:lnTo>
                    <a:pt x="98488" y="136956"/>
                  </a:lnTo>
                  <a:lnTo>
                    <a:pt x="121043" y="141274"/>
                  </a:lnTo>
                  <a:lnTo>
                    <a:pt x="140614" y="138353"/>
                  </a:lnTo>
                  <a:lnTo>
                    <a:pt x="155765" y="130441"/>
                  </a:lnTo>
                  <a:lnTo>
                    <a:pt x="162483" y="123012"/>
                  </a:lnTo>
                  <a:lnTo>
                    <a:pt x="166281" y="118821"/>
                  </a:lnTo>
                  <a:lnTo>
                    <a:pt x="171907" y="104762"/>
                  </a:lnTo>
                  <a:lnTo>
                    <a:pt x="146481" y="104762"/>
                  </a:lnTo>
                  <a:lnTo>
                    <a:pt x="143573" y="112115"/>
                  </a:lnTo>
                  <a:lnTo>
                    <a:pt x="138252" y="117881"/>
                  </a:lnTo>
                  <a:lnTo>
                    <a:pt x="130670" y="121666"/>
                  </a:lnTo>
                  <a:lnTo>
                    <a:pt x="121043" y="123012"/>
                  </a:lnTo>
                  <a:lnTo>
                    <a:pt x="110147" y="121031"/>
                  </a:lnTo>
                  <a:lnTo>
                    <a:pt x="101142" y="114795"/>
                  </a:lnTo>
                  <a:lnTo>
                    <a:pt x="94856" y="103860"/>
                  </a:lnTo>
                  <a:lnTo>
                    <a:pt x="92151" y="87820"/>
                  </a:lnTo>
                  <a:lnTo>
                    <a:pt x="173215" y="87820"/>
                  </a:lnTo>
                  <a:close/>
                </a:path>
                <a:path w="534034" h="141604" extrusionOk="0">
                  <a:moveTo>
                    <a:pt x="281660" y="107594"/>
                  </a:moveTo>
                  <a:lnTo>
                    <a:pt x="277977" y="91567"/>
                  </a:lnTo>
                  <a:lnTo>
                    <a:pt x="268376" y="81534"/>
                  </a:lnTo>
                  <a:lnTo>
                    <a:pt x="254977" y="75476"/>
                  </a:lnTo>
                  <a:lnTo>
                    <a:pt x="228688" y="68326"/>
                  </a:lnTo>
                  <a:lnTo>
                    <a:pt x="220916" y="65316"/>
                  </a:lnTo>
                  <a:lnTo>
                    <a:pt x="216395" y="61328"/>
                  </a:lnTo>
                  <a:lnTo>
                    <a:pt x="214934" y="55422"/>
                  </a:lnTo>
                  <a:lnTo>
                    <a:pt x="214934" y="47383"/>
                  </a:lnTo>
                  <a:lnTo>
                    <a:pt x="221678" y="42392"/>
                  </a:lnTo>
                  <a:lnTo>
                    <a:pt x="233184" y="42392"/>
                  </a:lnTo>
                  <a:lnTo>
                    <a:pt x="242074" y="43586"/>
                  </a:lnTo>
                  <a:lnTo>
                    <a:pt x="248704" y="47205"/>
                  </a:lnTo>
                  <a:lnTo>
                    <a:pt x="252844" y="53301"/>
                  </a:lnTo>
                  <a:lnTo>
                    <a:pt x="254279" y="61950"/>
                  </a:lnTo>
                  <a:lnTo>
                    <a:pt x="278180" y="61950"/>
                  </a:lnTo>
                  <a:lnTo>
                    <a:pt x="275031" y="45720"/>
                  </a:lnTo>
                  <a:lnTo>
                    <a:pt x="266230" y="33934"/>
                  </a:lnTo>
                  <a:lnTo>
                    <a:pt x="252196" y="26771"/>
                  </a:lnTo>
                  <a:lnTo>
                    <a:pt x="233413" y="24345"/>
                  </a:lnTo>
                  <a:lnTo>
                    <a:pt x="215747" y="26758"/>
                  </a:lnTo>
                  <a:lnTo>
                    <a:pt x="202095" y="33528"/>
                  </a:lnTo>
                  <a:lnTo>
                    <a:pt x="193281" y="43967"/>
                  </a:lnTo>
                  <a:lnTo>
                    <a:pt x="190169" y="57391"/>
                  </a:lnTo>
                  <a:lnTo>
                    <a:pt x="193471" y="72428"/>
                  </a:lnTo>
                  <a:lnTo>
                    <a:pt x="202145" y="81699"/>
                  </a:lnTo>
                  <a:lnTo>
                    <a:pt x="214274" y="87185"/>
                  </a:lnTo>
                  <a:lnTo>
                    <a:pt x="240398" y="94132"/>
                  </a:lnTo>
                  <a:lnTo>
                    <a:pt x="249059" y="97536"/>
                  </a:lnTo>
                  <a:lnTo>
                    <a:pt x="254139" y="102171"/>
                  </a:lnTo>
                  <a:lnTo>
                    <a:pt x="255803" y="109118"/>
                  </a:lnTo>
                  <a:lnTo>
                    <a:pt x="255803" y="117373"/>
                  </a:lnTo>
                  <a:lnTo>
                    <a:pt x="248399" y="122809"/>
                  </a:lnTo>
                  <a:lnTo>
                    <a:pt x="235800" y="122809"/>
                  </a:lnTo>
                  <a:lnTo>
                    <a:pt x="225971" y="121412"/>
                  </a:lnTo>
                  <a:lnTo>
                    <a:pt x="218744" y="117322"/>
                  </a:lnTo>
                  <a:lnTo>
                    <a:pt x="214287" y="110705"/>
                  </a:lnTo>
                  <a:lnTo>
                    <a:pt x="212763" y="101714"/>
                  </a:lnTo>
                  <a:lnTo>
                    <a:pt x="187553" y="101714"/>
                  </a:lnTo>
                  <a:lnTo>
                    <a:pt x="190957" y="118999"/>
                  </a:lnTo>
                  <a:lnTo>
                    <a:pt x="200456" y="131368"/>
                  </a:lnTo>
                  <a:lnTo>
                    <a:pt x="215455" y="138798"/>
                  </a:lnTo>
                  <a:lnTo>
                    <a:pt x="235369" y="141274"/>
                  </a:lnTo>
                  <a:lnTo>
                    <a:pt x="254609" y="138823"/>
                  </a:lnTo>
                  <a:lnTo>
                    <a:pt x="269189" y="131927"/>
                  </a:lnTo>
                  <a:lnTo>
                    <a:pt x="278434" y="121285"/>
                  </a:lnTo>
                  <a:lnTo>
                    <a:pt x="281660" y="107594"/>
                  </a:lnTo>
                  <a:close/>
                </a:path>
                <a:path w="534034" h="141604" extrusionOk="0">
                  <a:moveTo>
                    <a:pt x="354672" y="118021"/>
                  </a:moveTo>
                  <a:lnTo>
                    <a:pt x="352933" y="118668"/>
                  </a:lnTo>
                  <a:lnTo>
                    <a:pt x="349897" y="119113"/>
                  </a:lnTo>
                  <a:lnTo>
                    <a:pt x="336194" y="119113"/>
                  </a:lnTo>
                  <a:lnTo>
                    <a:pt x="332066" y="114122"/>
                  </a:lnTo>
                  <a:lnTo>
                    <a:pt x="332066" y="46520"/>
                  </a:lnTo>
                  <a:lnTo>
                    <a:pt x="353593" y="46520"/>
                  </a:lnTo>
                  <a:lnTo>
                    <a:pt x="353593" y="27609"/>
                  </a:lnTo>
                  <a:lnTo>
                    <a:pt x="332066" y="27609"/>
                  </a:lnTo>
                  <a:lnTo>
                    <a:pt x="332066" y="0"/>
                  </a:lnTo>
                  <a:lnTo>
                    <a:pt x="307301" y="0"/>
                  </a:lnTo>
                  <a:lnTo>
                    <a:pt x="307301" y="27609"/>
                  </a:lnTo>
                  <a:lnTo>
                    <a:pt x="288823" y="27609"/>
                  </a:lnTo>
                  <a:lnTo>
                    <a:pt x="288823" y="46520"/>
                  </a:lnTo>
                  <a:lnTo>
                    <a:pt x="307301" y="46520"/>
                  </a:lnTo>
                  <a:lnTo>
                    <a:pt x="307301" y="105410"/>
                  </a:lnTo>
                  <a:lnTo>
                    <a:pt x="309257" y="120891"/>
                  </a:lnTo>
                  <a:lnTo>
                    <a:pt x="315315" y="131419"/>
                  </a:lnTo>
                  <a:lnTo>
                    <a:pt x="325729" y="137414"/>
                  </a:lnTo>
                  <a:lnTo>
                    <a:pt x="340766" y="139319"/>
                  </a:lnTo>
                  <a:lnTo>
                    <a:pt x="345338" y="139319"/>
                  </a:lnTo>
                  <a:lnTo>
                    <a:pt x="350977" y="138455"/>
                  </a:lnTo>
                  <a:lnTo>
                    <a:pt x="354672" y="137363"/>
                  </a:lnTo>
                  <a:lnTo>
                    <a:pt x="354672" y="118021"/>
                  </a:lnTo>
                  <a:close/>
                </a:path>
                <a:path w="534034" h="141604" extrusionOk="0">
                  <a:moveTo>
                    <a:pt x="533755" y="69989"/>
                  </a:moveTo>
                  <a:lnTo>
                    <a:pt x="531152" y="50393"/>
                  </a:lnTo>
                  <a:lnTo>
                    <a:pt x="523659" y="36322"/>
                  </a:lnTo>
                  <a:lnTo>
                    <a:pt x="511759" y="27838"/>
                  </a:lnTo>
                  <a:lnTo>
                    <a:pt x="495935" y="24993"/>
                  </a:lnTo>
                  <a:lnTo>
                    <a:pt x="484479" y="26352"/>
                  </a:lnTo>
                  <a:lnTo>
                    <a:pt x="474967" y="30264"/>
                  </a:lnTo>
                  <a:lnTo>
                    <a:pt x="467093" y="36550"/>
                  </a:lnTo>
                  <a:lnTo>
                    <a:pt x="460514" y="44996"/>
                  </a:lnTo>
                  <a:lnTo>
                    <a:pt x="455180" y="36372"/>
                  </a:lnTo>
                  <a:lnTo>
                    <a:pt x="447802" y="30111"/>
                  </a:lnTo>
                  <a:lnTo>
                    <a:pt x="438632" y="26289"/>
                  </a:lnTo>
                  <a:lnTo>
                    <a:pt x="427913" y="24993"/>
                  </a:lnTo>
                  <a:lnTo>
                    <a:pt x="418719" y="25984"/>
                  </a:lnTo>
                  <a:lnTo>
                    <a:pt x="410641" y="28943"/>
                  </a:lnTo>
                  <a:lnTo>
                    <a:pt x="403529" y="33896"/>
                  </a:lnTo>
                  <a:lnTo>
                    <a:pt x="397268" y="40868"/>
                  </a:lnTo>
                  <a:lnTo>
                    <a:pt x="396836" y="40868"/>
                  </a:lnTo>
                  <a:lnTo>
                    <a:pt x="396836" y="27609"/>
                  </a:lnTo>
                  <a:lnTo>
                    <a:pt x="373151" y="27609"/>
                  </a:lnTo>
                  <a:lnTo>
                    <a:pt x="373151" y="138023"/>
                  </a:lnTo>
                  <a:lnTo>
                    <a:pt x="397916" y="138023"/>
                  </a:lnTo>
                  <a:lnTo>
                    <a:pt x="397916" y="78905"/>
                  </a:lnTo>
                  <a:lnTo>
                    <a:pt x="399478" y="64617"/>
                  </a:lnTo>
                  <a:lnTo>
                    <a:pt x="403999" y="53962"/>
                  </a:lnTo>
                  <a:lnTo>
                    <a:pt x="411302" y="47294"/>
                  </a:lnTo>
                  <a:lnTo>
                    <a:pt x="421182" y="44996"/>
                  </a:lnTo>
                  <a:lnTo>
                    <a:pt x="429679" y="46672"/>
                  </a:lnTo>
                  <a:lnTo>
                    <a:pt x="435876" y="51523"/>
                  </a:lnTo>
                  <a:lnTo>
                    <a:pt x="439674" y="59296"/>
                  </a:lnTo>
                  <a:lnTo>
                    <a:pt x="440956" y="69773"/>
                  </a:lnTo>
                  <a:lnTo>
                    <a:pt x="440956" y="138023"/>
                  </a:lnTo>
                  <a:lnTo>
                    <a:pt x="465734" y="138023"/>
                  </a:lnTo>
                  <a:lnTo>
                    <a:pt x="465734" y="78460"/>
                  </a:lnTo>
                  <a:lnTo>
                    <a:pt x="467321" y="64338"/>
                  </a:lnTo>
                  <a:lnTo>
                    <a:pt x="471893" y="53822"/>
                  </a:lnTo>
                  <a:lnTo>
                    <a:pt x="479209" y="47256"/>
                  </a:lnTo>
                  <a:lnTo>
                    <a:pt x="488988" y="44996"/>
                  </a:lnTo>
                  <a:lnTo>
                    <a:pt x="497332" y="46520"/>
                  </a:lnTo>
                  <a:lnTo>
                    <a:pt x="503631" y="51358"/>
                  </a:lnTo>
                  <a:lnTo>
                    <a:pt x="507606" y="59855"/>
                  </a:lnTo>
                  <a:lnTo>
                    <a:pt x="508990" y="72377"/>
                  </a:lnTo>
                  <a:lnTo>
                    <a:pt x="508990" y="138023"/>
                  </a:lnTo>
                  <a:lnTo>
                    <a:pt x="533755" y="138023"/>
                  </a:lnTo>
                  <a:lnTo>
                    <a:pt x="533755" y="6998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54" name="Google Shape;54;p7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18375819" y="401101"/>
              <a:ext cx="108886" cy="11691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5" name="Google Shape;55;p7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18505568" y="376750"/>
              <a:ext cx="174732" cy="13931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6" name="Google Shape;56;p7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18747448" y="360020"/>
              <a:ext cx="118886" cy="15800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7" name="Google Shape;57;p7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18896971" y="401749"/>
              <a:ext cx="97148" cy="11301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" name="Google Shape;58;p7"/>
            <p:cNvSpPr/>
            <p:nvPr/>
          </p:nvSpPr>
          <p:spPr>
            <a:xfrm>
              <a:off x="19021502" y="360025"/>
              <a:ext cx="254000" cy="158115"/>
            </a:xfrm>
            <a:custGeom>
              <a:avLst/>
              <a:gdLst/>
              <a:ahLst/>
              <a:cxnLst/>
              <a:rect l="l" t="t" r="r" b="b"/>
              <a:pathLst>
                <a:path w="254000" h="158115" extrusionOk="0">
                  <a:moveTo>
                    <a:pt x="24777" y="44335"/>
                  </a:moveTo>
                  <a:lnTo>
                    <a:pt x="0" y="44335"/>
                  </a:lnTo>
                  <a:lnTo>
                    <a:pt x="0" y="154736"/>
                  </a:lnTo>
                  <a:lnTo>
                    <a:pt x="24777" y="154736"/>
                  </a:lnTo>
                  <a:lnTo>
                    <a:pt x="24777" y="44335"/>
                  </a:lnTo>
                  <a:close/>
                </a:path>
                <a:path w="254000" h="158115" extrusionOk="0">
                  <a:moveTo>
                    <a:pt x="24777" y="0"/>
                  </a:moveTo>
                  <a:lnTo>
                    <a:pt x="0" y="0"/>
                  </a:lnTo>
                  <a:lnTo>
                    <a:pt x="0" y="23698"/>
                  </a:lnTo>
                  <a:lnTo>
                    <a:pt x="24777" y="23698"/>
                  </a:lnTo>
                  <a:lnTo>
                    <a:pt x="24777" y="0"/>
                  </a:lnTo>
                  <a:close/>
                </a:path>
                <a:path w="254000" h="158115" extrusionOk="0">
                  <a:moveTo>
                    <a:pt x="145173" y="44335"/>
                  </a:moveTo>
                  <a:lnTo>
                    <a:pt x="119303" y="44335"/>
                  </a:lnTo>
                  <a:lnTo>
                    <a:pt x="104965" y="89319"/>
                  </a:lnTo>
                  <a:lnTo>
                    <a:pt x="97574" y="113360"/>
                  </a:lnTo>
                  <a:lnTo>
                    <a:pt x="90843" y="137566"/>
                  </a:lnTo>
                  <a:lnTo>
                    <a:pt x="90398" y="137566"/>
                  </a:lnTo>
                  <a:lnTo>
                    <a:pt x="87096" y="125412"/>
                  </a:lnTo>
                  <a:lnTo>
                    <a:pt x="80073" y="101358"/>
                  </a:lnTo>
                  <a:lnTo>
                    <a:pt x="61925" y="44335"/>
                  </a:lnTo>
                  <a:lnTo>
                    <a:pt x="36068" y="44335"/>
                  </a:lnTo>
                  <a:lnTo>
                    <a:pt x="74536" y="154749"/>
                  </a:lnTo>
                  <a:lnTo>
                    <a:pt x="106705" y="154749"/>
                  </a:lnTo>
                  <a:lnTo>
                    <a:pt x="145173" y="44335"/>
                  </a:lnTo>
                  <a:close/>
                </a:path>
                <a:path w="254000" h="158115" extrusionOk="0">
                  <a:moveTo>
                    <a:pt x="253403" y="104546"/>
                  </a:moveTo>
                  <a:lnTo>
                    <a:pt x="243598" y="63080"/>
                  </a:lnTo>
                  <a:lnTo>
                    <a:pt x="228625" y="49085"/>
                  </a:lnTo>
                  <a:lnTo>
                    <a:pt x="228625" y="88239"/>
                  </a:lnTo>
                  <a:lnTo>
                    <a:pt x="172758" y="88239"/>
                  </a:lnTo>
                  <a:lnTo>
                    <a:pt x="175958" y="75653"/>
                  </a:lnTo>
                  <a:lnTo>
                    <a:pt x="181978" y="66611"/>
                  </a:lnTo>
                  <a:lnTo>
                    <a:pt x="190398" y="61163"/>
                  </a:lnTo>
                  <a:lnTo>
                    <a:pt x="200799" y="59334"/>
                  </a:lnTo>
                  <a:lnTo>
                    <a:pt x="211315" y="61163"/>
                  </a:lnTo>
                  <a:lnTo>
                    <a:pt x="211188" y="61163"/>
                  </a:lnTo>
                  <a:lnTo>
                    <a:pt x="219659" y="66611"/>
                  </a:lnTo>
                  <a:lnTo>
                    <a:pt x="225640" y="75653"/>
                  </a:lnTo>
                  <a:lnTo>
                    <a:pt x="228625" y="88239"/>
                  </a:lnTo>
                  <a:lnTo>
                    <a:pt x="228625" y="49085"/>
                  </a:lnTo>
                  <a:lnTo>
                    <a:pt x="218325" y="43713"/>
                  </a:lnTo>
                  <a:lnTo>
                    <a:pt x="200799" y="41071"/>
                  </a:lnTo>
                  <a:lnTo>
                    <a:pt x="178396" y="45427"/>
                  </a:lnTo>
                  <a:lnTo>
                    <a:pt x="161734" y="57429"/>
                  </a:lnTo>
                  <a:lnTo>
                    <a:pt x="156464" y="66611"/>
                  </a:lnTo>
                  <a:lnTo>
                    <a:pt x="151333" y="75653"/>
                  </a:lnTo>
                  <a:lnTo>
                    <a:pt x="147764" y="98234"/>
                  </a:lnTo>
                  <a:lnTo>
                    <a:pt x="151384" y="122618"/>
                  </a:lnTo>
                  <a:lnTo>
                    <a:pt x="161874" y="141490"/>
                  </a:lnTo>
                  <a:lnTo>
                    <a:pt x="178663" y="153682"/>
                  </a:lnTo>
                  <a:lnTo>
                    <a:pt x="201231" y="158000"/>
                  </a:lnTo>
                  <a:lnTo>
                    <a:pt x="220789" y="155079"/>
                  </a:lnTo>
                  <a:lnTo>
                    <a:pt x="235953" y="147167"/>
                  </a:lnTo>
                  <a:lnTo>
                    <a:pt x="242671" y="139738"/>
                  </a:lnTo>
                  <a:lnTo>
                    <a:pt x="246468" y="135547"/>
                  </a:lnTo>
                  <a:lnTo>
                    <a:pt x="252095" y="121488"/>
                  </a:lnTo>
                  <a:lnTo>
                    <a:pt x="226669" y="121488"/>
                  </a:lnTo>
                  <a:lnTo>
                    <a:pt x="223761" y="128841"/>
                  </a:lnTo>
                  <a:lnTo>
                    <a:pt x="218440" y="134607"/>
                  </a:lnTo>
                  <a:lnTo>
                    <a:pt x="210870" y="138391"/>
                  </a:lnTo>
                  <a:lnTo>
                    <a:pt x="201231" y="139738"/>
                  </a:lnTo>
                  <a:lnTo>
                    <a:pt x="190334" y="137756"/>
                  </a:lnTo>
                  <a:lnTo>
                    <a:pt x="181330" y="131508"/>
                  </a:lnTo>
                  <a:lnTo>
                    <a:pt x="175044" y="120586"/>
                  </a:lnTo>
                  <a:lnTo>
                    <a:pt x="172339" y="104546"/>
                  </a:lnTo>
                  <a:lnTo>
                    <a:pt x="253403" y="10454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59" name="Google Shape;59;p7"/>
            <p:cNvPicPr preferRelativeResize="0"/>
            <p:nvPr/>
          </p:nvPicPr>
          <p:blipFill rotWithShape="1">
            <a:blip r:embed="rId8">
              <a:alphaModFix/>
            </a:blip>
            <a:srcRect/>
            <a:stretch/>
          </p:blipFill>
          <p:spPr>
            <a:xfrm>
              <a:off x="19295770" y="401094"/>
              <a:ext cx="162777" cy="11692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0" name="Google Shape;60;p7"/>
            <p:cNvPicPr preferRelativeResize="0"/>
            <p:nvPr/>
          </p:nvPicPr>
          <p:blipFill rotWithShape="1">
            <a:blip r:embed="rId9">
              <a:alphaModFix/>
            </a:blip>
            <a:srcRect/>
            <a:stretch/>
          </p:blipFill>
          <p:spPr>
            <a:xfrm>
              <a:off x="19479626" y="360020"/>
              <a:ext cx="223306" cy="196037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61" name="Google Shape;61;p7"/>
          <p:cNvSpPr txBox="1">
            <a:spLocks noGrp="1"/>
          </p:cNvSpPr>
          <p:nvPr>
            <p:ph type="body" idx="1"/>
          </p:nvPr>
        </p:nvSpPr>
        <p:spPr>
          <a:xfrm>
            <a:off x="1036575" y="2029125"/>
            <a:ext cx="10507200" cy="199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65125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50"/>
              <a:buFont typeface="Inter"/>
              <a:buChar char="●"/>
              <a:defRPr sz="215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1pPr>
            <a:lvl2pPr marL="914400" lvl="1" indent="-365125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50"/>
              <a:buFont typeface="Inter"/>
              <a:buChar char="○"/>
              <a:defRPr sz="215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371600" lvl="2" indent="-365125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50"/>
              <a:buFont typeface="Inter"/>
              <a:buChar char="■"/>
              <a:defRPr sz="215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1828800" lvl="3" indent="-365125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50"/>
              <a:buFont typeface="Inter"/>
              <a:buChar char="●"/>
              <a:defRPr sz="215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2286000" lvl="4" indent="-365125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50"/>
              <a:buFont typeface="Inter"/>
              <a:buChar char="○"/>
              <a:defRPr sz="215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2743200" lvl="5" indent="-365125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50"/>
              <a:buFont typeface="Inter"/>
              <a:buChar char="■"/>
              <a:defRPr sz="215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3200400" lvl="6" indent="-365125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50"/>
              <a:buFont typeface="Inter"/>
              <a:buChar char="●"/>
              <a:defRPr sz="215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3657600" lvl="7" indent="-365125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50"/>
              <a:buFont typeface="Inter"/>
              <a:buChar char="○"/>
              <a:defRPr sz="215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4114800" lvl="8" indent="-365125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50"/>
              <a:buFont typeface="Inter"/>
              <a:buChar char="■"/>
              <a:defRPr sz="215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62" name="Google Shape;62;p7"/>
          <p:cNvSpPr txBox="1">
            <a:spLocks noGrp="1"/>
          </p:cNvSpPr>
          <p:nvPr>
            <p:ph type="body" idx="3"/>
          </p:nvPr>
        </p:nvSpPr>
        <p:spPr>
          <a:xfrm>
            <a:off x="6573000" y="5679850"/>
            <a:ext cx="5159100" cy="5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409575">
              <a:spcBef>
                <a:spcPts val="0"/>
              </a:spcBef>
              <a:spcAft>
                <a:spcPts val="0"/>
              </a:spcAft>
              <a:buSzPts val="2850"/>
              <a:buFont typeface="Inter"/>
              <a:buChar char="●"/>
              <a:defRPr sz="2850" b="1">
                <a:latin typeface="Inter"/>
                <a:ea typeface="Inter"/>
                <a:cs typeface="Inter"/>
                <a:sym typeface="Inter"/>
              </a:defRPr>
            </a:lvl1pPr>
            <a:lvl2pPr marL="914400" lvl="1" indent="-409575">
              <a:spcBef>
                <a:spcPts val="0"/>
              </a:spcBef>
              <a:spcAft>
                <a:spcPts val="0"/>
              </a:spcAft>
              <a:buSzPts val="2850"/>
              <a:buFont typeface="Inter"/>
              <a:buChar char="○"/>
              <a:defRPr sz="2850" b="1">
                <a:latin typeface="Inter"/>
                <a:ea typeface="Inter"/>
                <a:cs typeface="Inter"/>
                <a:sym typeface="Inter"/>
              </a:defRPr>
            </a:lvl2pPr>
            <a:lvl3pPr marL="1371600" lvl="2" indent="-409575">
              <a:spcBef>
                <a:spcPts val="0"/>
              </a:spcBef>
              <a:spcAft>
                <a:spcPts val="0"/>
              </a:spcAft>
              <a:buSzPts val="2850"/>
              <a:buFont typeface="Inter"/>
              <a:buChar char="■"/>
              <a:defRPr sz="2850" b="1">
                <a:latin typeface="Inter"/>
                <a:ea typeface="Inter"/>
                <a:cs typeface="Inter"/>
                <a:sym typeface="Inter"/>
              </a:defRPr>
            </a:lvl3pPr>
            <a:lvl4pPr marL="1828800" lvl="3" indent="-409575">
              <a:spcBef>
                <a:spcPts val="0"/>
              </a:spcBef>
              <a:spcAft>
                <a:spcPts val="0"/>
              </a:spcAft>
              <a:buSzPts val="2850"/>
              <a:buFont typeface="Inter"/>
              <a:buChar char="●"/>
              <a:defRPr sz="2850" b="1">
                <a:latin typeface="Inter"/>
                <a:ea typeface="Inter"/>
                <a:cs typeface="Inter"/>
                <a:sym typeface="Inter"/>
              </a:defRPr>
            </a:lvl4pPr>
            <a:lvl5pPr marL="2286000" lvl="4" indent="-409575">
              <a:spcBef>
                <a:spcPts val="0"/>
              </a:spcBef>
              <a:spcAft>
                <a:spcPts val="0"/>
              </a:spcAft>
              <a:buSzPts val="2850"/>
              <a:buFont typeface="Inter"/>
              <a:buChar char="○"/>
              <a:defRPr sz="2850" b="1">
                <a:latin typeface="Inter"/>
                <a:ea typeface="Inter"/>
                <a:cs typeface="Inter"/>
                <a:sym typeface="Inter"/>
              </a:defRPr>
            </a:lvl5pPr>
            <a:lvl6pPr marL="2743200" lvl="5" indent="-409575">
              <a:spcBef>
                <a:spcPts val="0"/>
              </a:spcBef>
              <a:spcAft>
                <a:spcPts val="0"/>
              </a:spcAft>
              <a:buSzPts val="2850"/>
              <a:buFont typeface="Inter"/>
              <a:buChar char="■"/>
              <a:defRPr sz="2850" b="1">
                <a:latin typeface="Inter"/>
                <a:ea typeface="Inter"/>
                <a:cs typeface="Inter"/>
                <a:sym typeface="Inter"/>
              </a:defRPr>
            </a:lvl6pPr>
            <a:lvl7pPr marL="3200400" lvl="6" indent="-409575">
              <a:spcBef>
                <a:spcPts val="0"/>
              </a:spcBef>
              <a:spcAft>
                <a:spcPts val="0"/>
              </a:spcAft>
              <a:buSzPts val="2850"/>
              <a:buFont typeface="Inter"/>
              <a:buChar char="●"/>
              <a:defRPr sz="2850" b="1">
                <a:latin typeface="Inter"/>
                <a:ea typeface="Inter"/>
                <a:cs typeface="Inter"/>
                <a:sym typeface="Inter"/>
              </a:defRPr>
            </a:lvl7pPr>
            <a:lvl8pPr marL="3657600" lvl="7" indent="-409575">
              <a:spcBef>
                <a:spcPts val="0"/>
              </a:spcBef>
              <a:spcAft>
                <a:spcPts val="0"/>
              </a:spcAft>
              <a:buSzPts val="2850"/>
              <a:buFont typeface="Inter"/>
              <a:buChar char="○"/>
              <a:defRPr sz="2850" b="1">
                <a:latin typeface="Inter"/>
                <a:ea typeface="Inter"/>
                <a:cs typeface="Inter"/>
                <a:sym typeface="Inter"/>
              </a:defRPr>
            </a:lvl8pPr>
            <a:lvl9pPr marL="4114800" lvl="8" indent="-409575">
              <a:spcBef>
                <a:spcPts val="0"/>
              </a:spcBef>
              <a:spcAft>
                <a:spcPts val="0"/>
              </a:spcAft>
              <a:buSzPts val="2850"/>
              <a:buFont typeface="Inter"/>
              <a:buChar char="■"/>
              <a:defRPr sz="2850" b="1"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63" name="Google Shape;63;p7"/>
          <p:cNvSpPr txBox="1">
            <a:spLocks noGrp="1"/>
          </p:cNvSpPr>
          <p:nvPr>
            <p:ph type="body" idx="4"/>
          </p:nvPr>
        </p:nvSpPr>
        <p:spPr>
          <a:xfrm>
            <a:off x="6573000" y="6326675"/>
            <a:ext cx="5159100" cy="398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65125">
              <a:spcBef>
                <a:spcPts val="0"/>
              </a:spcBef>
              <a:spcAft>
                <a:spcPts val="0"/>
              </a:spcAft>
              <a:buSzPts val="2150"/>
              <a:buFont typeface="Inter"/>
              <a:buChar char="●"/>
              <a:defRPr sz="2150">
                <a:latin typeface="Inter"/>
                <a:ea typeface="Inter"/>
                <a:cs typeface="Inter"/>
                <a:sym typeface="Inter"/>
              </a:defRPr>
            </a:lvl1pPr>
            <a:lvl2pPr marL="914400" lvl="1" indent="-365125">
              <a:spcBef>
                <a:spcPts val="0"/>
              </a:spcBef>
              <a:spcAft>
                <a:spcPts val="0"/>
              </a:spcAft>
              <a:buSzPts val="2150"/>
              <a:buFont typeface="Inter"/>
              <a:buChar char="○"/>
              <a:defRPr sz="2150">
                <a:latin typeface="Inter"/>
                <a:ea typeface="Inter"/>
                <a:cs typeface="Inter"/>
                <a:sym typeface="Inter"/>
              </a:defRPr>
            </a:lvl2pPr>
            <a:lvl3pPr marL="1371600" lvl="2" indent="-365125">
              <a:spcBef>
                <a:spcPts val="0"/>
              </a:spcBef>
              <a:spcAft>
                <a:spcPts val="0"/>
              </a:spcAft>
              <a:buSzPts val="2150"/>
              <a:buFont typeface="Inter"/>
              <a:buChar char="■"/>
              <a:defRPr sz="2150">
                <a:latin typeface="Inter"/>
                <a:ea typeface="Inter"/>
                <a:cs typeface="Inter"/>
                <a:sym typeface="Inter"/>
              </a:defRPr>
            </a:lvl3pPr>
            <a:lvl4pPr marL="1828800" lvl="3" indent="-365125">
              <a:spcBef>
                <a:spcPts val="0"/>
              </a:spcBef>
              <a:spcAft>
                <a:spcPts val="0"/>
              </a:spcAft>
              <a:buSzPts val="2150"/>
              <a:buFont typeface="Inter"/>
              <a:buChar char="●"/>
              <a:defRPr sz="2150">
                <a:latin typeface="Inter"/>
                <a:ea typeface="Inter"/>
                <a:cs typeface="Inter"/>
                <a:sym typeface="Inter"/>
              </a:defRPr>
            </a:lvl4pPr>
            <a:lvl5pPr marL="2286000" lvl="4" indent="-365125">
              <a:spcBef>
                <a:spcPts val="0"/>
              </a:spcBef>
              <a:spcAft>
                <a:spcPts val="0"/>
              </a:spcAft>
              <a:buSzPts val="2150"/>
              <a:buFont typeface="Inter"/>
              <a:buChar char="○"/>
              <a:defRPr sz="2150">
                <a:latin typeface="Inter"/>
                <a:ea typeface="Inter"/>
                <a:cs typeface="Inter"/>
                <a:sym typeface="Inter"/>
              </a:defRPr>
            </a:lvl5pPr>
            <a:lvl6pPr marL="2743200" lvl="5" indent="-365125">
              <a:spcBef>
                <a:spcPts val="0"/>
              </a:spcBef>
              <a:spcAft>
                <a:spcPts val="0"/>
              </a:spcAft>
              <a:buSzPts val="2150"/>
              <a:buFont typeface="Inter"/>
              <a:buChar char="■"/>
              <a:defRPr sz="2150">
                <a:latin typeface="Inter"/>
                <a:ea typeface="Inter"/>
                <a:cs typeface="Inter"/>
                <a:sym typeface="Inter"/>
              </a:defRPr>
            </a:lvl6pPr>
            <a:lvl7pPr marL="3200400" lvl="6" indent="-365125">
              <a:spcBef>
                <a:spcPts val="0"/>
              </a:spcBef>
              <a:spcAft>
                <a:spcPts val="0"/>
              </a:spcAft>
              <a:buSzPts val="2150"/>
              <a:buFont typeface="Inter"/>
              <a:buChar char="●"/>
              <a:defRPr sz="2150">
                <a:latin typeface="Inter"/>
                <a:ea typeface="Inter"/>
                <a:cs typeface="Inter"/>
                <a:sym typeface="Inter"/>
              </a:defRPr>
            </a:lvl7pPr>
            <a:lvl8pPr marL="3657600" lvl="7" indent="-365125">
              <a:spcBef>
                <a:spcPts val="0"/>
              </a:spcBef>
              <a:spcAft>
                <a:spcPts val="0"/>
              </a:spcAft>
              <a:buSzPts val="2150"/>
              <a:buFont typeface="Inter"/>
              <a:buChar char="○"/>
              <a:defRPr sz="2150">
                <a:latin typeface="Inter"/>
                <a:ea typeface="Inter"/>
                <a:cs typeface="Inter"/>
                <a:sym typeface="Inter"/>
              </a:defRPr>
            </a:lvl8pPr>
            <a:lvl9pPr marL="4114800" lvl="8" indent="-365125">
              <a:spcBef>
                <a:spcPts val="0"/>
              </a:spcBef>
              <a:spcAft>
                <a:spcPts val="0"/>
              </a:spcAft>
              <a:buSzPts val="2150"/>
              <a:buFont typeface="Inter"/>
              <a:buChar char="■"/>
              <a:defRPr sz="2150"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64" name="Google Shape;64;p7"/>
          <p:cNvSpPr txBox="1">
            <a:spLocks noGrp="1"/>
          </p:cNvSpPr>
          <p:nvPr>
            <p:ph type="body" idx="5"/>
          </p:nvPr>
        </p:nvSpPr>
        <p:spPr>
          <a:xfrm>
            <a:off x="848250" y="5679850"/>
            <a:ext cx="5159100" cy="5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409575">
              <a:spcBef>
                <a:spcPts val="0"/>
              </a:spcBef>
              <a:spcAft>
                <a:spcPts val="0"/>
              </a:spcAft>
              <a:buSzPts val="2850"/>
              <a:buFont typeface="Inter"/>
              <a:buChar char="●"/>
              <a:defRPr sz="2850" b="1">
                <a:latin typeface="Inter"/>
                <a:ea typeface="Inter"/>
                <a:cs typeface="Inter"/>
                <a:sym typeface="Inter"/>
              </a:defRPr>
            </a:lvl1pPr>
            <a:lvl2pPr marL="914400" lvl="1" indent="-409575">
              <a:spcBef>
                <a:spcPts val="0"/>
              </a:spcBef>
              <a:spcAft>
                <a:spcPts val="0"/>
              </a:spcAft>
              <a:buSzPts val="2850"/>
              <a:buFont typeface="Inter"/>
              <a:buChar char="○"/>
              <a:defRPr sz="2850" b="1">
                <a:latin typeface="Inter"/>
                <a:ea typeface="Inter"/>
                <a:cs typeface="Inter"/>
                <a:sym typeface="Inter"/>
              </a:defRPr>
            </a:lvl2pPr>
            <a:lvl3pPr marL="1371600" lvl="2" indent="-409575">
              <a:spcBef>
                <a:spcPts val="0"/>
              </a:spcBef>
              <a:spcAft>
                <a:spcPts val="0"/>
              </a:spcAft>
              <a:buSzPts val="2850"/>
              <a:buFont typeface="Inter"/>
              <a:buChar char="■"/>
              <a:defRPr sz="2850" b="1">
                <a:latin typeface="Inter"/>
                <a:ea typeface="Inter"/>
                <a:cs typeface="Inter"/>
                <a:sym typeface="Inter"/>
              </a:defRPr>
            </a:lvl3pPr>
            <a:lvl4pPr marL="1828800" lvl="3" indent="-409575">
              <a:spcBef>
                <a:spcPts val="0"/>
              </a:spcBef>
              <a:spcAft>
                <a:spcPts val="0"/>
              </a:spcAft>
              <a:buSzPts val="2850"/>
              <a:buFont typeface="Inter"/>
              <a:buChar char="●"/>
              <a:defRPr sz="2850" b="1">
                <a:latin typeface="Inter"/>
                <a:ea typeface="Inter"/>
                <a:cs typeface="Inter"/>
                <a:sym typeface="Inter"/>
              </a:defRPr>
            </a:lvl4pPr>
            <a:lvl5pPr marL="2286000" lvl="4" indent="-409575">
              <a:spcBef>
                <a:spcPts val="0"/>
              </a:spcBef>
              <a:spcAft>
                <a:spcPts val="0"/>
              </a:spcAft>
              <a:buSzPts val="2850"/>
              <a:buFont typeface="Inter"/>
              <a:buChar char="○"/>
              <a:defRPr sz="2850" b="1">
                <a:latin typeface="Inter"/>
                <a:ea typeface="Inter"/>
                <a:cs typeface="Inter"/>
                <a:sym typeface="Inter"/>
              </a:defRPr>
            </a:lvl5pPr>
            <a:lvl6pPr marL="2743200" lvl="5" indent="-409575">
              <a:spcBef>
                <a:spcPts val="0"/>
              </a:spcBef>
              <a:spcAft>
                <a:spcPts val="0"/>
              </a:spcAft>
              <a:buSzPts val="2850"/>
              <a:buFont typeface="Inter"/>
              <a:buChar char="■"/>
              <a:defRPr sz="2850" b="1">
                <a:latin typeface="Inter"/>
                <a:ea typeface="Inter"/>
                <a:cs typeface="Inter"/>
                <a:sym typeface="Inter"/>
              </a:defRPr>
            </a:lvl6pPr>
            <a:lvl7pPr marL="3200400" lvl="6" indent="-409575">
              <a:spcBef>
                <a:spcPts val="0"/>
              </a:spcBef>
              <a:spcAft>
                <a:spcPts val="0"/>
              </a:spcAft>
              <a:buSzPts val="2850"/>
              <a:buFont typeface="Inter"/>
              <a:buChar char="●"/>
              <a:defRPr sz="2850" b="1">
                <a:latin typeface="Inter"/>
                <a:ea typeface="Inter"/>
                <a:cs typeface="Inter"/>
                <a:sym typeface="Inter"/>
              </a:defRPr>
            </a:lvl7pPr>
            <a:lvl8pPr marL="3657600" lvl="7" indent="-409575">
              <a:spcBef>
                <a:spcPts val="0"/>
              </a:spcBef>
              <a:spcAft>
                <a:spcPts val="0"/>
              </a:spcAft>
              <a:buSzPts val="2850"/>
              <a:buFont typeface="Inter"/>
              <a:buChar char="○"/>
              <a:defRPr sz="2850" b="1">
                <a:latin typeface="Inter"/>
                <a:ea typeface="Inter"/>
                <a:cs typeface="Inter"/>
                <a:sym typeface="Inter"/>
              </a:defRPr>
            </a:lvl8pPr>
            <a:lvl9pPr marL="4114800" lvl="8" indent="-409575">
              <a:spcBef>
                <a:spcPts val="0"/>
              </a:spcBef>
              <a:spcAft>
                <a:spcPts val="0"/>
              </a:spcAft>
              <a:buSzPts val="2850"/>
              <a:buFont typeface="Inter"/>
              <a:buChar char="■"/>
              <a:defRPr sz="2850" b="1"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65" name="Google Shape;65;p7"/>
          <p:cNvSpPr txBox="1">
            <a:spLocks noGrp="1"/>
          </p:cNvSpPr>
          <p:nvPr>
            <p:ph type="body" idx="6"/>
          </p:nvPr>
        </p:nvSpPr>
        <p:spPr>
          <a:xfrm>
            <a:off x="848250" y="6326675"/>
            <a:ext cx="5159100" cy="398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65125">
              <a:spcBef>
                <a:spcPts val="0"/>
              </a:spcBef>
              <a:spcAft>
                <a:spcPts val="0"/>
              </a:spcAft>
              <a:buSzPts val="2150"/>
              <a:buFont typeface="Inter"/>
              <a:buChar char="●"/>
              <a:defRPr sz="2150">
                <a:latin typeface="Inter"/>
                <a:ea typeface="Inter"/>
                <a:cs typeface="Inter"/>
                <a:sym typeface="Inter"/>
              </a:defRPr>
            </a:lvl1pPr>
            <a:lvl2pPr marL="914400" lvl="1" indent="-365125">
              <a:spcBef>
                <a:spcPts val="0"/>
              </a:spcBef>
              <a:spcAft>
                <a:spcPts val="0"/>
              </a:spcAft>
              <a:buSzPts val="2150"/>
              <a:buFont typeface="Inter"/>
              <a:buChar char="○"/>
              <a:defRPr sz="2150">
                <a:latin typeface="Inter"/>
                <a:ea typeface="Inter"/>
                <a:cs typeface="Inter"/>
                <a:sym typeface="Inter"/>
              </a:defRPr>
            </a:lvl2pPr>
            <a:lvl3pPr marL="1371600" lvl="2" indent="-365125">
              <a:spcBef>
                <a:spcPts val="0"/>
              </a:spcBef>
              <a:spcAft>
                <a:spcPts val="0"/>
              </a:spcAft>
              <a:buSzPts val="2150"/>
              <a:buFont typeface="Inter"/>
              <a:buChar char="■"/>
              <a:defRPr sz="2150">
                <a:latin typeface="Inter"/>
                <a:ea typeface="Inter"/>
                <a:cs typeface="Inter"/>
                <a:sym typeface="Inter"/>
              </a:defRPr>
            </a:lvl3pPr>
            <a:lvl4pPr marL="1828800" lvl="3" indent="-365125">
              <a:spcBef>
                <a:spcPts val="0"/>
              </a:spcBef>
              <a:spcAft>
                <a:spcPts val="0"/>
              </a:spcAft>
              <a:buSzPts val="2150"/>
              <a:buFont typeface="Inter"/>
              <a:buChar char="●"/>
              <a:defRPr sz="2150">
                <a:latin typeface="Inter"/>
                <a:ea typeface="Inter"/>
                <a:cs typeface="Inter"/>
                <a:sym typeface="Inter"/>
              </a:defRPr>
            </a:lvl4pPr>
            <a:lvl5pPr marL="2286000" lvl="4" indent="-365125">
              <a:spcBef>
                <a:spcPts val="0"/>
              </a:spcBef>
              <a:spcAft>
                <a:spcPts val="0"/>
              </a:spcAft>
              <a:buSzPts val="2150"/>
              <a:buFont typeface="Inter"/>
              <a:buChar char="○"/>
              <a:defRPr sz="2150">
                <a:latin typeface="Inter"/>
                <a:ea typeface="Inter"/>
                <a:cs typeface="Inter"/>
                <a:sym typeface="Inter"/>
              </a:defRPr>
            </a:lvl5pPr>
            <a:lvl6pPr marL="2743200" lvl="5" indent="-365125">
              <a:spcBef>
                <a:spcPts val="0"/>
              </a:spcBef>
              <a:spcAft>
                <a:spcPts val="0"/>
              </a:spcAft>
              <a:buSzPts val="2150"/>
              <a:buFont typeface="Inter"/>
              <a:buChar char="■"/>
              <a:defRPr sz="2150">
                <a:latin typeface="Inter"/>
                <a:ea typeface="Inter"/>
                <a:cs typeface="Inter"/>
                <a:sym typeface="Inter"/>
              </a:defRPr>
            </a:lvl6pPr>
            <a:lvl7pPr marL="3200400" lvl="6" indent="-365125">
              <a:spcBef>
                <a:spcPts val="0"/>
              </a:spcBef>
              <a:spcAft>
                <a:spcPts val="0"/>
              </a:spcAft>
              <a:buSzPts val="2150"/>
              <a:buFont typeface="Inter"/>
              <a:buChar char="●"/>
              <a:defRPr sz="2150">
                <a:latin typeface="Inter"/>
                <a:ea typeface="Inter"/>
                <a:cs typeface="Inter"/>
                <a:sym typeface="Inter"/>
              </a:defRPr>
            </a:lvl7pPr>
            <a:lvl8pPr marL="3657600" lvl="7" indent="-365125">
              <a:spcBef>
                <a:spcPts val="0"/>
              </a:spcBef>
              <a:spcAft>
                <a:spcPts val="0"/>
              </a:spcAft>
              <a:buSzPts val="2150"/>
              <a:buFont typeface="Inter"/>
              <a:buChar char="○"/>
              <a:defRPr sz="2150">
                <a:latin typeface="Inter"/>
                <a:ea typeface="Inter"/>
                <a:cs typeface="Inter"/>
                <a:sym typeface="Inter"/>
              </a:defRPr>
            </a:lvl8pPr>
            <a:lvl9pPr marL="4114800" lvl="8" indent="-365125">
              <a:spcBef>
                <a:spcPts val="0"/>
              </a:spcBef>
              <a:spcAft>
                <a:spcPts val="0"/>
              </a:spcAft>
              <a:buSzPts val="2150"/>
              <a:buFont typeface="Inter"/>
              <a:buChar char="■"/>
              <a:defRPr sz="2150"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66" name="Google Shape;66;p7"/>
          <p:cNvSpPr txBox="1">
            <a:spLocks noGrp="1"/>
          </p:cNvSpPr>
          <p:nvPr>
            <p:ph type="title"/>
          </p:nvPr>
        </p:nvSpPr>
        <p:spPr>
          <a:xfrm>
            <a:off x="1036575" y="798500"/>
            <a:ext cx="10507200" cy="94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BC23E"/>
              </a:buClr>
              <a:buSzPts val="6000"/>
              <a:buFont typeface="Inter"/>
              <a:buNone/>
              <a:defRPr sz="6000">
                <a:solidFill>
                  <a:srgbClr val="FBC23E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BC23E"/>
              </a:buClr>
              <a:buSzPts val="6000"/>
              <a:buFont typeface="Inter"/>
              <a:buNone/>
              <a:defRPr sz="6000">
                <a:solidFill>
                  <a:srgbClr val="FBC23E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BC23E"/>
              </a:buClr>
              <a:buSzPts val="6000"/>
              <a:buFont typeface="Inter"/>
              <a:buNone/>
              <a:defRPr sz="6000">
                <a:solidFill>
                  <a:srgbClr val="FBC23E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BC23E"/>
              </a:buClr>
              <a:buSzPts val="6000"/>
              <a:buFont typeface="Inter"/>
              <a:buNone/>
              <a:defRPr sz="6000">
                <a:solidFill>
                  <a:srgbClr val="FBC23E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BC23E"/>
              </a:buClr>
              <a:buSzPts val="6000"/>
              <a:buFont typeface="Inter"/>
              <a:buNone/>
              <a:defRPr sz="6000">
                <a:solidFill>
                  <a:srgbClr val="FBC23E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BC23E"/>
              </a:buClr>
              <a:buSzPts val="6000"/>
              <a:buFont typeface="Inter"/>
              <a:buNone/>
              <a:defRPr sz="6000">
                <a:solidFill>
                  <a:srgbClr val="FBC23E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BC23E"/>
              </a:buClr>
              <a:buSzPts val="6000"/>
              <a:buFont typeface="Inter"/>
              <a:buNone/>
              <a:defRPr sz="6000">
                <a:solidFill>
                  <a:srgbClr val="FBC23E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BC23E"/>
              </a:buClr>
              <a:buSzPts val="6000"/>
              <a:buFont typeface="Inter"/>
              <a:buNone/>
              <a:defRPr sz="6000">
                <a:solidFill>
                  <a:srgbClr val="FBC23E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BC23E"/>
              </a:buClr>
              <a:buSzPts val="6000"/>
              <a:buFont typeface="Inter"/>
              <a:buNone/>
              <a:defRPr sz="6000">
                <a:solidFill>
                  <a:srgbClr val="FBC23E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slide">
  <p:cSld name="CUSTOM_1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Google Shape;68;p8" title="Artboard 7@300x-100.jp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1422" y="-800"/>
            <a:ext cx="20105523" cy="11309351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8"/>
          <p:cNvSpPr txBox="1">
            <a:spLocks noGrp="1"/>
          </p:cNvSpPr>
          <p:nvPr>
            <p:ph type="body" idx="1"/>
          </p:nvPr>
        </p:nvSpPr>
        <p:spPr>
          <a:xfrm>
            <a:off x="6987975" y="9066239"/>
            <a:ext cx="10800000" cy="94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65125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2150"/>
              <a:buFont typeface="Inter"/>
              <a:buChar char="●"/>
              <a:defRPr sz="2150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defRPr>
            </a:lvl1pPr>
            <a:lvl2pPr marL="914400" lvl="1" indent="-365125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2150"/>
              <a:buFont typeface="Inter"/>
              <a:buChar char="○"/>
              <a:defRPr sz="2150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371600" lvl="2" indent="-365125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2150"/>
              <a:buFont typeface="Inter"/>
              <a:buChar char="■"/>
              <a:defRPr sz="2150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1828800" lvl="3" indent="-365125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2150"/>
              <a:buFont typeface="Inter"/>
              <a:buChar char="●"/>
              <a:defRPr sz="2150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2286000" lvl="4" indent="-365125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2150"/>
              <a:buFont typeface="Inter"/>
              <a:buChar char="○"/>
              <a:defRPr sz="2150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2743200" lvl="5" indent="-365125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2150"/>
              <a:buFont typeface="Inter"/>
              <a:buChar char="■"/>
              <a:defRPr sz="2150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3200400" lvl="6" indent="-365125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2150"/>
              <a:buFont typeface="Inter"/>
              <a:buChar char="●"/>
              <a:defRPr sz="2150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3657600" lvl="7" indent="-365125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2150"/>
              <a:buFont typeface="Inter"/>
              <a:buChar char="○"/>
              <a:defRPr sz="2150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4114800" lvl="8" indent="-365125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2150"/>
              <a:buFont typeface="Inter"/>
              <a:buChar char="■"/>
              <a:defRPr sz="2150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70" name="Google Shape;70;p8"/>
          <p:cNvSpPr txBox="1">
            <a:spLocks noGrp="1"/>
          </p:cNvSpPr>
          <p:nvPr>
            <p:ph type="body" idx="2"/>
          </p:nvPr>
        </p:nvSpPr>
        <p:spPr>
          <a:xfrm>
            <a:off x="6987975" y="8558050"/>
            <a:ext cx="10800000" cy="5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409575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2850"/>
              <a:buFont typeface="Inter"/>
              <a:buChar char="●"/>
              <a:defRPr sz="2850" b="1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defRPr>
            </a:lvl1pPr>
            <a:lvl2pPr marL="914400" lvl="1" indent="-409575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2850"/>
              <a:buFont typeface="Inter"/>
              <a:buChar char="○"/>
              <a:defRPr sz="2850" b="1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371600" lvl="2" indent="-409575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2850"/>
              <a:buFont typeface="Inter"/>
              <a:buChar char="■"/>
              <a:defRPr sz="2850" b="1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1828800" lvl="3" indent="-409575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2850"/>
              <a:buFont typeface="Inter"/>
              <a:buChar char="●"/>
              <a:defRPr sz="2850" b="1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2286000" lvl="4" indent="-409575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2850"/>
              <a:buFont typeface="Inter"/>
              <a:buChar char="○"/>
              <a:defRPr sz="2850" b="1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2743200" lvl="5" indent="-409575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2850"/>
              <a:buFont typeface="Inter"/>
              <a:buChar char="■"/>
              <a:defRPr sz="2850" b="1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3200400" lvl="6" indent="-409575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2850"/>
              <a:buFont typeface="Inter"/>
              <a:buChar char="●"/>
              <a:defRPr sz="2850" b="1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3657600" lvl="7" indent="-409575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2850"/>
              <a:buFont typeface="Inter"/>
              <a:buChar char="○"/>
              <a:defRPr sz="2850" b="1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4114800" lvl="8" indent="-409575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2850"/>
              <a:buFont typeface="Inter"/>
              <a:buChar char="■"/>
              <a:defRPr sz="2850" b="1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71" name="Google Shape;71;p8"/>
          <p:cNvSpPr txBox="1">
            <a:spLocks noGrp="1"/>
          </p:cNvSpPr>
          <p:nvPr>
            <p:ph type="body" idx="3"/>
          </p:nvPr>
        </p:nvSpPr>
        <p:spPr>
          <a:xfrm>
            <a:off x="6987975" y="6698756"/>
            <a:ext cx="10800000" cy="94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65125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2150"/>
              <a:buFont typeface="Inter"/>
              <a:buChar char="●"/>
              <a:defRPr sz="2150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defRPr>
            </a:lvl1pPr>
            <a:lvl2pPr marL="914400" lvl="1" indent="-365125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2150"/>
              <a:buFont typeface="Inter"/>
              <a:buChar char="○"/>
              <a:defRPr sz="2150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371600" lvl="2" indent="-365125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2150"/>
              <a:buFont typeface="Inter"/>
              <a:buChar char="■"/>
              <a:defRPr sz="2150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1828800" lvl="3" indent="-365125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2150"/>
              <a:buFont typeface="Inter"/>
              <a:buChar char="●"/>
              <a:defRPr sz="2150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2286000" lvl="4" indent="-365125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2150"/>
              <a:buFont typeface="Inter"/>
              <a:buChar char="○"/>
              <a:defRPr sz="2150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2743200" lvl="5" indent="-365125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2150"/>
              <a:buFont typeface="Inter"/>
              <a:buChar char="■"/>
              <a:defRPr sz="2150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3200400" lvl="6" indent="-365125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2150"/>
              <a:buFont typeface="Inter"/>
              <a:buChar char="●"/>
              <a:defRPr sz="2150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3657600" lvl="7" indent="-365125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2150"/>
              <a:buFont typeface="Inter"/>
              <a:buChar char="○"/>
              <a:defRPr sz="2150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4114800" lvl="8" indent="-365125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2150"/>
              <a:buFont typeface="Inter"/>
              <a:buChar char="■"/>
              <a:defRPr sz="2150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72" name="Google Shape;72;p8"/>
          <p:cNvSpPr txBox="1">
            <a:spLocks noGrp="1"/>
          </p:cNvSpPr>
          <p:nvPr>
            <p:ph type="body" idx="4"/>
          </p:nvPr>
        </p:nvSpPr>
        <p:spPr>
          <a:xfrm>
            <a:off x="6987975" y="6190567"/>
            <a:ext cx="10800000" cy="5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409575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2850"/>
              <a:buFont typeface="Inter"/>
              <a:buChar char="●"/>
              <a:defRPr sz="2850" b="1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defRPr>
            </a:lvl1pPr>
            <a:lvl2pPr marL="914400" lvl="1" indent="-409575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2850"/>
              <a:buFont typeface="Inter"/>
              <a:buChar char="○"/>
              <a:defRPr sz="2850" b="1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371600" lvl="2" indent="-409575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2850"/>
              <a:buFont typeface="Inter"/>
              <a:buChar char="■"/>
              <a:defRPr sz="2850" b="1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1828800" lvl="3" indent="-409575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2850"/>
              <a:buFont typeface="Inter"/>
              <a:buChar char="●"/>
              <a:defRPr sz="2850" b="1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2286000" lvl="4" indent="-409575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2850"/>
              <a:buFont typeface="Inter"/>
              <a:buChar char="○"/>
              <a:defRPr sz="2850" b="1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2743200" lvl="5" indent="-409575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2850"/>
              <a:buFont typeface="Inter"/>
              <a:buChar char="■"/>
              <a:defRPr sz="2850" b="1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3200400" lvl="6" indent="-409575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2850"/>
              <a:buFont typeface="Inter"/>
              <a:buChar char="●"/>
              <a:defRPr sz="2850" b="1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3657600" lvl="7" indent="-409575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2850"/>
              <a:buFont typeface="Inter"/>
              <a:buChar char="○"/>
              <a:defRPr sz="2850" b="1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4114800" lvl="8" indent="-409575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2850"/>
              <a:buFont typeface="Inter"/>
              <a:buChar char="■"/>
              <a:defRPr sz="2850" b="1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73" name="Google Shape;73;p8"/>
          <p:cNvSpPr txBox="1">
            <a:spLocks noGrp="1"/>
          </p:cNvSpPr>
          <p:nvPr>
            <p:ph type="body" idx="5"/>
          </p:nvPr>
        </p:nvSpPr>
        <p:spPr>
          <a:xfrm>
            <a:off x="6987975" y="4254778"/>
            <a:ext cx="10800000" cy="94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65125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2150"/>
              <a:buFont typeface="Inter"/>
              <a:buChar char="●"/>
              <a:defRPr sz="2150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defRPr>
            </a:lvl1pPr>
            <a:lvl2pPr marL="914400" lvl="1" indent="-365125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2150"/>
              <a:buFont typeface="Inter"/>
              <a:buChar char="○"/>
              <a:defRPr sz="2150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371600" lvl="2" indent="-365125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2150"/>
              <a:buFont typeface="Inter"/>
              <a:buChar char="■"/>
              <a:defRPr sz="2150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1828800" lvl="3" indent="-365125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2150"/>
              <a:buFont typeface="Inter"/>
              <a:buChar char="●"/>
              <a:defRPr sz="2150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2286000" lvl="4" indent="-365125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2150"/>
              <a:buFont typeface="Inter"/>
              <a:buChar char="○"/>
              <a:defRPr sz="2150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2743200" lvl="5" indent="-365125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2150"/>
              <a:buFont typeface="Inter"/>
              <a:buChar char="■"/>
              <a:defRPr sz="2150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3200400" lvl="6" indent="-365125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2150"/>
              <a:buFont typeface="Inter"/>
              <a:buChar char="●"/>
              <a:defRPr sz="2150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3657600" lvl="7" indent="-365125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2150"/>
              <a:buFont typeface="Inter"/>
              <a:buChar char="○"/>
              <a:defRPr sz="2150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4114800" lvl="8" indent="-365125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2150"/>
              <a:buFont typeface="Inter"/>
              <a:buChar char="■"/>
              <a:defRPr sz="2150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74" name="Google Shape;74;p8"/>
          <p:cNvSpPr txBox="1">
            <a:spLocks noGrp="1"/>
          </p:cNvSpPr>
          <p:nvPr>
            <p:ph type="body" idx="6"/>
          </p:nvPr>
        </p:nvSpPr>
        <p:spPr>
          <a:xfrm>
            <a:off x="6987975" y="3746589"/>
            <a:ext cx="10800000" cy="5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409575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2850"/>
              <a:buFont typeface="Inter"/>
              <a:buChar char="●"/>
              <a:defRPr sz="2850" b="1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defRPr>
            </a:lvl1pPr>
            <a:lvl2pPr marL="914400" lvl="1" indent="-409575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2850"/>
              <a:buFont typeface="Inter"/>
              <a:buChar char="○"/>
              <a:defRPr sz="2850" b="1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371600" lvl="2" indent="-409575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2850"/>
              <a:buFont typeface="Inter"/>
              <a:buChar char="■"/>
              <a:defRPr sz="2850" b="1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1828800" lvl="3" indent="-409575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2850"/>
              <a:buFont typeface="Inter"/>
              <a:buChar char="●"/>
              <a:defRPr sz="2850" b="1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2286000" lvl="4" indent="-409575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2850"/>
              <a:buFont typeface="Inter"/>
              <a:buChar char="○"/>
              <a:defRPr sz="2850" b="1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2743200" lvl="5" indent="-409575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2850"/>
              <a:buFont typeface="Inter"/>
              <a:buChar char="■"/>
              <a:defRPr sz="2850" b="1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3200400" lvl="6" indent="-409575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2850"/>
              <a:buFont typeface="Inter"/>
              <a:buChar char="●"/>
              <a:defRPr sz="2850" b="1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3657600" lvl="7" indent="-409575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2850"/>
              <a:buFont typeface="Inter"/>
              <a:buChar char="○"/>
              <a:defRPr sz="2850" b="1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4114800" lvl="8" indent="-409575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2850"/>
              <a:buFont typeface="Inter"/>
              <a:buChar char="■"/>
              <a:defRPr sz="2850" b="1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75" name="Google Shape;75;p8"/>
          <p:cNvSpPr txBox="1">
            <a:spLocks noGrp="1"/>
          </p:cNvSpPr>
          <p:nvPr>
            <p:ph type="body" idx="7"/>
          </p:nvPr>
        </p:nvSpPr>
        <p:spPr>
          <a:xfrm>
            <a:off x="4795750" y="2110275"/>
            <a:ext cx="14150400" cy="77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65125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2150"/>
              <a:buFont typeface="Inter"/>
              <a:buChar char="●"/>
              <a:defRPr sz="2150" b="1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defRPr>
            </a:lvl1pPr>
            <a:lvl2pPr marL="914400" lvl="1" indent="-365125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2150"/>
              <a:buFont typeface="Inter"/>
              <a:buChar char="○"/>
              <a:defRPr sz="2150" b="1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371600" lvl="2" indent="-365125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2150"/>
              <a:buFont typeface="Inter"/>
              <a:buChar char="■"/>
              <a:defRPr sz="2150" b="1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1828800" lvl="3" indent="-365125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2150"/>
              <a:buFont typeface="Inter"/>
              <a:buChar char="●"/>
              <a:defRPr sz="2150" b="1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2286000" lvl="4" indent="-365125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2150"/>
              <a:buFont typeface="Inter"/>
              <a:buChar char="○"/>
              <a:defRPr sz="2150" b="1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2743200" lvl="5" indent="-365125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2150"/>
              <a:buFont typeface="Inter"/>
              <a:buChar char="■"/>
              <a:defRPr sz="2150" b="1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3200400" lvl="6" indent="-365125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2150"/>
              <a:buFont typeface="Inter"/>
              <a:buChar char="●"/>
              <a:defRPr sz="2150" b="1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3657600" lvl="7" indent="-365125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2150"/>
              <a:buFont typeface="Inter"/>
              <a:buChar char="○"/>
              <a:defRPr sz="2150" b="1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4114800" lvl="8" indent="-365125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2150"/>
              <a:buFont typeface="Inter"/>
              <a:buChar char="■"/>
              <a:defRPr sz="2150" b="1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76" name="Google Shape;76;p8"/>
          <p:cNvSpPr txBox="1">
            <a:spLocks noGrp="1"/>
          </p:cNvSpPr>
          <p:nvPr>
            <p:ph type="title"/>
          </p:nvPr>
        </p:nvSpPr>
        <p:spPr>
          <a:xfrm>
            <a:off x="4795750" y="886725"/>
            <a:ext cx="14315400" cy="101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6000"/>
              <a:buFont typeface="Inter"/>
              <a:buNone/>
              <a:defRPr sz="6000" b="1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6000"/>
              <a:buFont typeface="Inter"/>
              <a:buNone/>
              <a:defRPr sz="6000" b="1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6000"/>
              <a:buFont typeface="Inter"/>
              <a:buNone/>
              <a:defRPr sz="6000" b="1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6000"/>
              <a:buFont typeface="Inter"/>
              <a:buNone/>
              <a:defRPr sz="6000" b="1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6000"/>
              <a:buFont typeface="Inter"/>
              <a:buNone/>
              <a:defRPr sz="6000" b="1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6000"/>
              <a:buFont typeface="Inter"/>
              <a:buNone/>
              <a:defRPr sz="6000" b="1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6000"/>
              <a:buFont typeface="Inter"/>
              <a:buNone/>
              <a:defRPr sz="6000" b="1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6000"/>
              <a:buFont typeface="Inter"/>
              <a:buNone/>
              <a:defRPr sz="6000" b="1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6000"/>
              <a:buFont typeface="Inter"/>
              <a:buNone/>
              <a:defRPr sz="6000" b="1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77" name="Google Shape;77;p8"/>
          <p:cNvSpPr/>
          <p:nvPr/>
        </p:nvSpPr>
        <p:spPr>
          <a:xfrm>
            <a:off x="4638475" y="3589500"/>
            <a:ext cx="1590000" cy="6507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" name="Google Shape;78;p8"/>
          <p:cNvSpPr/>
          <p:nvPr/>
        </p:nvSpPr>
        <p:spPr>
          <a:xfrm rot="5400000">
            <a:off x="5040750" y="4081050"/>
            <a:ext cx="1433400" cy="697500"/>
          </a:xfrm>
          <a:prstGeom prst="triangle">
            <a:avLst>
              <a:gd name="adj" fmla="val 50000"/>
            </a:avLst>
          </a:prstGeom>
          <a:solidFill>
            <a:srgbClr val="3879A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" name="Google Shape;79;p8"/>
          <p:cNvSpPr/>
          <p:nvPr/>
        </p:nvSpPr>
        <p:spPr>
          <a:xfrm rot="5400000">
            <a:off x="5040750" y="6642825"/>
            <a:ext cx="1433400" cy="697500"/>
          </a:xfrm>
          <a:prstGeom prst="triangle">
            <a:avLst>
              <a:gd name="adj" fmla="val 50000"/>
            </a:avLst>
          </a:prstGeom>
          <a:solidFill>
            <a:srgbClr val="3879A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" name="Google Shape;80;p8"/>
          <p:cNvSpPr/>
          <p:nvPr/>
        </p:nvSpPr>
        <p:spPr>
          <a:xfrm rot="5400000">
            <a:off x="5040750" y="9204600"/>
            <a:ext cx="1433400" cy="697500"/>
          </a:xfrm>
          <a:prstGeom prst="triangle">
            <a:avLst>
              <a:gd name="adj" fmla="val 50000"/>
            </a:avLst>
          </a:prstGeom>
          <a:solidFill>
            <a:srgbClr val="3879A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slide 1">
  <p:cSld name="CUSTOM_1_1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" name="Google Shape;82;p9" title="Artboard 7@300x-100.jpg"/>
          <p:cNvPicPr preferRelativeResize="0"/>
          <p:nvPr/>
        </p:nvPicPr>
        <p:blipFill rotWithShape="1">
          <a:blip r:embed="rId2">
            <a:alphaModFix/>
          </a:blip>
          <a:srcRect r="77595"/>
          <a:stretch/>
        </p:blipFill>
        <p:spPr>
          <a:xfrm>
            <a:off x="-1423" y="-800"/>
            <a:ext cx="4504750" cy="11309351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9"/>
          <p:cNvSpPr txBox="1">
            <a:spLocks noGrp="1"/>
          </p:cNvSpPr>
          <p:nvPr>
            <p:ph type="body" idx="1"/>
          </p:nvPr>
        </p:nvSpPr>
        <p:spPr>
          <a:xfrm>
            <a:off x="6987975" y="9066239"/>
            <a:ext cx="10800000" cy="94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65125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2150"/>
              <a:buFont typeface="Inter"/>
              <a:buChar char="●"/>
              <a:defRPr sz="2150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defRPr>
            </a:lvl1pPr>
            <a:lvl2pPr marL="914400" lvl="1" indent="-365125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2150"/>
              <a:buFont typeface="Inter"/>
              <a:buChar char="○"/>
              <a:defRPr sz="2150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371600" lvl="2" indent="-365125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2150"/>
              <a:buFont typeface="Inter"/>
              <a:buChar char="■"/>
              <a:defRPr sz="2150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1828800" lvl="3" indent="-365125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2150"/>
              <a:buFont typeface="Inter"/>
              <a:buChar char="●"/>
              <a:defRPr sz="2150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2286000" lvl="4" indent="-365125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2150"/>
              <a:buFont typeface="Inter"/>
              <a:buChar char="○"/>
              <a:defRPr sz="2150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2743200" lvl="5" indent="-365125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2150"/>
              <a:buFont typeface="Inter"/>
              <a:buChar char="■"/>
              <a:defRPr sz="2150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3200400" lvl="6" indent="-365125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2150"/>
              <a:buFont typeface="Inter"/>
              <a:buChar char="●"/>
              <a:defRPr sz="2150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3657600" lvl="7" indent="-365125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2150"/>
              <a:buFont typeface="Inter"/>
              <a:buChar char="○"/>
              <a:defRPr sz="2150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4114800" lvl="8" indent="-365125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2150"/>
              <a:buFont typeface="Inter"/>
              <a:buChar char="■"/>
              <a:defRPr sz="2150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84" name="Google Shape;84;p9"/>
          <p:cNvSpPr txBox="1">
            <a:spLocks noGrp="1"/>
          </p:cNvSpPr>
          <p:nvPr>
            <p:ph type="body" idx="2"/>
          </p:nvPr>
        </p:nvSpPr>
        <p:spPr>
          <a:xfrm>
            <a:off x="6987975" y="8558050"/>
            <a:ext cx="10800000" cy="5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409575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2850"/>
              <a:buFont typeface="Inter"/>
              <a:buChar char="●"/>
              <a:defRPr sz="2850" b="1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defRPr>
            </a:lvl1pPr>
            <a:lvl2pPr marL="914400" lvl="1" indent="-409575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2850"/>
              <a:buFont typeface="Inter"/>
              <a:buChar char="○"/>
              <a:defRPr sz="2850" b="1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371600" lvl="2" indent="-409575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2850"/>
              <a:buFont typeface="Inter"/>
              <a:buChar char="■"/>
              <a:defRPr sz="2850" b="1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1828800" lvl="3" indent="-409575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2850"/>
              <a:buFont typeface="Inter"/>
              <a:buChar char="●"/>
              <a:defRPr sz="2850" b="1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2286000" lvl="4" indent="-409575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2850"/>
              <a:buFont typeface="Inter"/>
              <a:buChar char="○"/>
              <a:defRPr sz="2850" b="1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2743200" lvl="5" indent="-409575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2850"/>
              <a:buFont typeface="Inter"/>
              <a:buChar char="■"/>
              <a:defRPr sz="2850" b="1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3200400" lvl="6" indent="-409575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2850"/>
              <a:buFont typeface="Inter"/>
              <a:buChar char="●"/>
              <a:defRPr sz="2850" b="1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3657600" lvl="7" indent="-409575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2850"/>
              <a:buFont typeface="Inter"/>
              <a:buChar char="○"/>
              <a:defRPr sz="2850" b="1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4114800" lvl="8" indent="-409575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2850"/>
              <a:buFont typeface="Inter"/>
              <a:buChar char="■"/>
              <a:defRPr sz="2850" b="1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85" name="Google Shape;85;p9"/>
          <p:cNvSpPr txBox="1">
            <a:spLocks noGrp="1"/>
          </p:cNvSpPr>
          <p:nvPr>
            <p:ph type="body" idx="3"/>
          </p:nvPr>
        </p:nvSpPr>
        <p:spPr>
          <a:xfrm>
            <a:off x="6987975" y="6698756"/>
            <a:ext cx="10800000" cy="94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65125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2150"/>
              <a:buFont typeface="Inter"/>
              <a:buChar char="●"/>
              <a:defRPr sz="2150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defRPr>
            </a:lvl1pPr>
            <a:lvl2pPr marL="914400" lvl="1" indent="-365125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2150"/>
              <a:buFont typeface="Inter"/>
              <a:buChar char="○"/>
              <a:defRPr sz="2150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371600" lvl="2" indent="-365125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2150"/>
              <a:buFont typeface="Inter"/>
              <a:buChar char="■"/>
              <a:defRPr sz="2150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1828800" lvl="3" indent="-365125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2150"/>
              <a:buFont typeface="Inter"/>
              <a:buChar char="●"/>
              <a:defRPr sz="2150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2286000" lvl="4" indent="-365125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2150"/>
              <a:buFont typeface="Inter"/>
              <a:buChar char="○"/>
              <a:defRPr sz="2150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2743200" lvl="5" indent="-365125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2150"/>
              <a:buFont typeface="Inter"/>
              <a:buChar char="■"/>
              <a:defRPr sz="2150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3200400" lvl="6" indent="-365125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2150"/>
              <a:buFont typeface="Inter"/>
              <a:buChar char="●"/>
              <a:defRPr sz="2150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3657600" lvl="7" indent="-365125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2150"/>
              <a:buFont typeface="Inter"/>
              <a:buChar char="○"/>
              <a:defRPr sz="2150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4114800" lvl="8" indent="-365125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2150"/>
              <a:buFont typeface="Inter"/>
              <a:buChar char="■"/>
              <a:defRPr sz="2150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86" name="Google Shape;86;p9"/>
          <p:cNvSpPr txBox="1">
            <a:spLocks noGrp="1"/>
          </p:cNvSpPr>
          <p:nvPr>
            <p:ph type="body" idx="4"/>
          </p:nvPr>
        </p:nvSpPr>
        <p:spPr>
          <a:xfrm>
            <a:off x="6987975" y="6190567"/>
            <a:ext cx="10800000" cy="5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409575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2850"/>
              <a:buFont typeface="Inter"/>
              <a:buChar char="●"/>
              <a:defRPr sz="2850" b="1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defRPr>
            </a:lvl1pPr>
            <a:lvl2pPr marL="914400" lvl="1" indent="-409575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2850"/>
              <a:buFont typeface="Inter"/>
              <a:buChar char="○"/>
              <a:defRPr sz="2850" b="1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371600" lvl="2" indent="-409575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2850"/>
              <a:buFont typeface="Inter"/>
              <a:buChar char="■"/>
              <a:defRPr sz="2850" b="1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1828800" lvl="3" indent="-409575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2850"/>
              <a:buFont typeface="Inter"/>
              <a:buChar char="●"/>
              <a:defRPr sz="2850" b="1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2286000" lvl="4" indent="-409575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2850"/>
              <a:buFont typeface="Inter"/>
              <a:buChar char="○"/>
              <a:defRPr sz="2850" b="1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2743200" lvl="5" indent="-409575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2850"/>
              <a:buFont typeface="Inter"/>
              <a:buChar char="■"/>
              <a:defRPr sz="2850" b="1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3200400" lvl="6" indent="-409575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2850"/>
              <a:buFont typeface="Inter"/>
              <a:buChar char="●"/>
              <a:defRPr sz="2850" b="1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3657600" lvl="7" indent="-409575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2850"/>
              <a:buFont typeface="Inter"/>
              <a:buChar char="○"/>
              <a:defRPr sz="2850" b="1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4114800" lvl="8" indent="-409575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2850"/>
              <a:buFont typeface="Inter"/>
              <a:buChar char="■"/>
              <a:defRPr sz="2850" b="1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87" name="Google Shape;87;p9"/>
          <p:cNvSpPr txBox="1">
            <a:spLocks noGrp="1"/>
          </p:cNvSpPr>
          <p:nvPr>
            <p:ph type="body" idx="5"/>
          </p:nvPr>
        </p:nvSpPr>
        <p:spPr>
          <a:xfrm>
            <a:off x="6987975" y="4254778"/>
            <a:ext cx="10800000" cy="94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65125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2150"/>
              <a:buFont typeface="Inter"/>
              <a:buChar char="●"/>
              <a:defRPr sz="2150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defRPr>
            </a:lvl1pPr>
            <a:lvl2pPr marL="914400" lvl="1" indent="-365125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2150"/>
              <a:buFont typeface="Inter"/>
              <a:buChar char="○"/>
              <a:defRPr sz="2150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371600" lvl="2" indent="-365125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2150"/>
              <a:buFont typeface="Inter"/>
              <a:buChar char="■"/>
              <a:defRPr sz="2150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1828800" lvl="3" indent="-365125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2150"/>
              <a:buFont typeface="Inter"/>
              <a:buChar char="●"/>
              <a:defRPr sz="2150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2286000" lvl="4" indent="-365125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2150"/>
              <a:buFont typeface="Inter"/>
              <a:buChar char="○"/>
              <a:defRPr sz="2150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2743200" lvl="5" indent="-365125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2150"/>
              <a:buFont typeface="Inter"/>
              <a:buChar char="■"/>
              <a:defRPr sz="2150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3200400" lvl="6" indent="-365125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2150"/>
              <a:buFont typeface="Inter"/>
              <a:buChar char="●"/>
              <a:defRPr sz="2150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3657600" lvl="7" indent="-365125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2150"/>
              <a:buFont typeface="Inter"/>
              <a:buChar char="○"/>
              <a:defRPr sz="2150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4114800" lvl="8" indent="-365125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2150"/>
              <a:buFont typeface="Inter"/>
              <a:buChar char="■"/>
              <a:defRPr sz="2150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88" name="Google Shape;88;p9"/>
          <p:cNvSpPr txBox="1">
            <a:spLocks noGrp="1"/>
          </p:cNvSpPr>
          <p:nvPr>
            <p:ph type="body" idx="6"/>
          </p:nvPr>
        </p:nvSpPr>
        <p:spPr>
          <a:xfrm>
            <a:off x="6987975" y="3746589"/>
            <a:ext cx="10800000" cy="5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409575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2850"/>
              <a:buFont typeface="Inter"/>
              <a:buChar char="●"/>
              <a:defRPr sz="2850" b="1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defRPr>
            </a:lvl1pPr>
            <a:lvl2pPr marL="914400" lvl="1" indent="-409575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2850"/>
              <a:buFont typeface="Inter"/>
              <a:buChar char="○"/>
              <a:defRPr sz="2850" b="1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371600" lvl="2" indent="-409575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2850"/>
              <a:buFont typeface="Inter"/>
              <a:buChar char="■"/>
              <a:defRPr sz="2850" b="1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1828800" lvl="3" indent="-409575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2850"/>
              <a:buFont typeface="Inter"/>
              <a:buChar char="●"/>
              <a:defRPr sz="2850" b="1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2286000" lvl="4" indent="-409575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2850"/>
              <a:buFont typeface="Inter"/>
              <a:buChar char="○"/>
              <a:defRPr sz="2850" b="1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2743200" lvl="5" indent="-409575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2850"/>
              <a:buFont typeface="Inter"/>
              <a:buChar char="■"/>
              <a:defRPr sz="2850" b="1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3200400" lvl="6" indent="-409575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2850"/>
              <a:buFont typeface="Inter"/>
              <a:buChar char="●"/>
              <a:defRPr sz="2850" b="1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3657600" lvl="7" indent="-409575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2850"/>
              <a:buFont typeface="Inter"/>
              <a:buChar char="○"/>
              <a:defRPr sz="2850" b="1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4114800" lvl="8" indent="-409575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2850"/>
              <a:buFont typeface="Inter"/>
              <a:buChar char="■"/>
              <a:defRPr sz="2850" b="1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89" name="Google Shape;89;p9"/>
          <p:cNvSpPr txBox="1">
            <a:spLocks noGrp="1"/>
          </p:cNvSpPr>
          <p:nvPr>
            <p:ph type="body" idx="7"/>
          </p:nvPr>
        </p:nvSpPr>
        <p:spPr>
          <a:xfrm>
            <a:off x="4795750" y="2110275"/>
            <a:ext cx="14150400" cy="77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65125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2150"/>
              <a:buFont typeface="Inter"/>
              <a:buChar char="●"/>
              <a:defRPr sz="2150" b="1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defRPr>
            </a:lvl1pPr>
            <a:lvl2pPr marL="914400" lvl="1" indent="-365125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2150"/>
              <a:buFont typeface="Inter"/>
              <a:buChar char="○"/>
              <a:defRPr sz="2150" b="1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371600" lvl="2" indent="-365125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2150"/>
              <a:buFont typeface="Inter"/>
              <a:buChar char="■"/>
              <a:defRPr sz="2150" b="1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1828800" lvl="3" indent="-365125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2150"/>
              <a:buFont typeface="Inter"/>
              <a:buChar char="●"/>
              <a:defRPr sz="2150" b="1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2286000" lvl="4" indent="-365125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2150"/>
              <a:buFont typeface="Inter"/>
              <a:buChar char="○"/>
              <a:defRPr sz="2150" b="1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2743200" lvl="5" indent="-365125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2150"/>
              <a:buFont typeface="Inter"/>
              <a:buChar char="■"/>
              <a:defRPr sz="2150" b="1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3200400" lvl="6" indent="-365125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2150"/>
              <a:buFont typeface="Inter"/>
              <a:buChar char="●"/>
              <a:defRPr sz="2150" b="1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3657600" lvl="7" indent="-365125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2150"/>
              <a:buFont typeface="Inter"/>
              <a:buChar char="○"/>
              <a:defRPr sz="2150" b="1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4114800" lvl="8" indent="-365125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2150"/>
              <a:buFont typeface="Inter"/>
              <a:buChar char="■"/>
              <a:defRPr sz="2150" b="1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90" name="Google Shape;90;p9"/>
          <p:cNvSpPr txBox="1">
            <a:spLocks noGrp="1"/>
          </p:cNvSpPr>
          <p:nvPr>
            <p:ph type="title"/>
          </p:nvPr>
        </p:nvSpPr>
        <p:spPr>
          <a:xfrm>
            <a:off x="4795750" y="886725"/>
            <a:ext cx="14315400" cy="101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6000"/>
              <a:buFont typeface="Inter"/>
              <a:buNone/>
              <a:defRPr sz="6000" b="1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6000"/>
              <a:buFont typeface="Inter"/>
              <a:buNone/>
              <a:defRPr sz="6000" b="1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6000"/>
              <a:buFont typeface="Inter"/>
              <a:buNone/>
              <a:defRPr sz="6000" b="1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6000"/>
              <a:buFont typeface="Inter"/>
              <a:buNone/>
              <a:defRPr sz="6000" b="1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6000"/>
              <a:buFont typeface="Inter"/>
              <a:buNone/>
              <a:defRPr sz="6000" b="1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6000"/>
              <a:buFont typeface="Inter"/>
              <a:buNone/>
              <a:defRPr sz="6000" b="1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6000"/>
              <a:buFont typeface="Inter"/>
              <a:buNone/>
              <a:defRPr sz="6000" b="1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6000"/>
              <a:buFont typeface="Inter"/>
              <a:buNone/>
              <a:defRPr sz="6000" b="1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6000"/>
              <a:buFont typeface="Inter"/>
              <a:buNone/>
              <a:defRPr sz="6000" b="1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Graph 1">
  <p:cSld name="CUSTOM_2"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10" title="Artboard 8@300x-100.jp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385"/>
            <a:ext cx="20104100" cy="11308568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0"/>
          <p:cNvSpPr txBox="1"/>
          <p:nvPr/>
        </p:nvSpPr>
        <p:spPr>
          <a:xfrm>
            <a:off x="1662099" y="6310324"/>
            <a:ext cx="1266900" cy="34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14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50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rPr>
              <a:t>Body text</a:t>
            </a:r>
            <a:endParaRPr sz="215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4" name="Google Shape;94;p10"/>
          <p:cNvSpPr txBox="1"/>
          <p:nvPr/>
        </p:nvSpPr>
        <p:spPr>
          <a:xfrm>
            <a:off x="1662099" y="8625810"/>
            <a:ext cx="1266900" cy="34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14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50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rPr>
              <a:t>Body text</a:t>
            </a:r>
            <a:endParaRPr sz="215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5" name="Google Shape;95;p10"/>
          <p:cNvSpPr txBox="1"/>
          <p:nvPr/>
        </p:nvSpPr>
        <p:spPr>
          <a:xfrm>
            <a:off x="1662099" y="7468068"/>
            <a:ext cx="1266900" cy="34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14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50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rPr>
              <a:t>Body text</a:t>
            </a:r>
            <a:endParaRPr sz="215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6" name="Google Shape;96;p10"/>
          <p:cNvSpPr txBox="1"/>
          <p:nvPr/>
        </p:nvSpPr>
        <p:spPr>
          <a:xfrm>
            <a:off x="5810666" y="6310324"/>
            <a:ext cx="1266900" cy="34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14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50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rPr>
              <a:t>Body text</a:t>
            </a:r>
            <a:endParaRPr sz="215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7" name="Google Shape;97;p10"/>
          <p:cNvSpPr txBox="1"/>
          <p:nvPr/>
        </p:nvSpPr>
        <p:spPr>
          <a:xfrm>
            <a:off x="5810666" y="8625810"/>
            <a:ext cx="1266900" cy="34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14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50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rPr>
              <a:t>Body text</a:t>
            </a:r>
            <a:endParaRPr sz="215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8" name="Google Shape;98;p10"/>
          <p:cNvSpPr txBox="1"/>
          <p:nvPr/>
        </p:nvSpPr>
        <p:spPr>
          <a:xfrm>
            <a:off x="5810666" y="7468068"/>
            <a:ext cx="1266900" cy="34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14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50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rPr>
              <a:t>Body text</a:t>
            </a:r>
            <a:endParaRPr sz="215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9" name="Google Shape;99;p10"/>
          <p:cNvSpPr txBox="1">
            <a:spLocks noGrp="1"/>
          </p:cNvSpPr>
          <p:nvPr>
            <p:ph type="body" idx="1"/>
          </p:nvPr>
        </p:nvSpPr>
        <p:spPr>
          <a:xfrm>
            <a:off x="1068850" y="3166100"/>
            <a:ext cx="7467600" cy="208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65125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2150"/>
              <a:buFont typeface="Inter"/>
              <a:buChar char="●"/>
              <a:defRPr sz="2150" b="1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defRPr>
            </a:lvl1pPr>
            <a:lvl2pPr marL="914400" lvl="1" indent="-365125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2150"/>
              <a:buFont typeface="Inter"/>
              <a:buChar char="○"/>
              <a:defRPr sz="2150" b="1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371600" lvl="2" indent="-365125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2150"/>
              <a:buFont typeface="Inter"/>
              <a:buChar char="■"/>
              <a:defRPr sz="2150" b="1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1828800" lvl="3" indent="-365125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2150"/>
              <a:buFont typeface="Inter"/>
              <a:buChar char="●"/>
              <a:defRPr sz="2150" b="1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2286000" lvl="4" indent="-365125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2150"/>
              <a:buFont typeface="Inter"/>
              <a:buChar char="○"/>
              <a:defRPr sz="2150" b="1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2743200" lvl="5" indent="-365125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2150"/>
              <a:buFont typeface="Inter"/>
              <a:buChar char="■"/>
              <a:defRPr sz="2150" b="1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3200400" lvl="6" indent="-365125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2150"/>
              <a:buFont typeface="Inter"/>
              <a:buChar char="●"/>
              <a:defRPr sz="2150" b="1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3657600" lvl="7" indent="-365125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2150"/>
              <a:buFont typeface="Inter"/>
              <a:buChar char="○"/>
              <a:defRPr sz="2150" b="1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4114800" lvl="8" indent="-365125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2150"/>
              <a:buFont typeface="Inter"/>
              <a:buChar char="■"/>
              <a:defRPr sz="2150" b="1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100" name="Google Shape;100;p10"/>
          <p:cNvSpPr/>
          <p:nvPr/>
        </p:nvSpPr>
        <p:spPr>
          <a:xfrm>
            <a:off x="917850" y="6277500"/>
            <a:ext cx="6212100" cy="31143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" name="Google Shape;101;p10"/>
          <p:cNvSpPr txBox="1">
            <a:spLocks noGrp="1"/>
          </p:cNvSpPr>
          <p:nvPr>
            <p:ph type="title"/>
          </p:nvPr>
        </p:nvSpPr>
        <p:spPr>
          <a:xfrm>
            <a:off x="1068850" y="964650"/>
            <a:ext cx="7467600" cy="208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6000"/>
              <a:buFont typeface="Inter"/>
              <a:buNone/>
              <a:defRPr sz="6000" b="1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6000"/>
              <a:buFont typeface="Inter"/>
              <a:buNone/>
              <a:defRPr sz="6000" b="1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6000"/>
              <a:buFont typeface="Inter"/>
              <a:buNone/>
              <a:defRPr sz="6000" b="1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6000"/>
              <a:buFont typeface="Inter"/>
              <a:buNone/>
              <a:defRPr sz="6000" b="1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6000"/>
              <a:buFont typeface="Inter"/>
              <a:buNone/>
              <a:defRPr sz="6000" b="1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6000"/>
              <a:buFont typeface="Inter"/>
              <a:buNone/>
              <a:defRPr sz="6000" b="1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6000"/>
              <a:buFont typeface="Inter"/>
              <a:buNone/>
              <a:defRPr sz="6000" b="1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6000"/>
              <a:buFont typeface="Inter"/>
              <a:buNone/>
              <a:defRPr sz="6000" b="1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6000"/>
              <a:buFont typeface="Inter"/>
              <a:buNone/>
              <a:defRPr sz="6000" b="1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102" name="Google Shape;102;p10"/>
          <p:cNvSpPr/>
          <p:nvPr/>
        </p:nvSpPr>
        <p:spPr>
          <a:xfrm>
            <a:off x="9959250" y="983425"/>
            <a:ext cx="9234000" cy="9391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10"/>
          <p:cNvSpPr>
            <a:spLocks noGrp="1"/>
          </p:cNvSpPr>
          <p:nvPr>
            <p:ph type="pic" idx="2"/>
          </p:nvPr>
        </p:nvSpPr>
        <p:spPr>
          <a:xfrm>
            <a:off x="9959250" y="964650"/>
            <a:ext cx="9262800" cy="9262800"/>
          </a:xfrm>
          <a:prstGeom prst="ellipse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and bullets">
  <p:cSld name="CUSTOM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11" title="Artboard 6@300x-100.jp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11"/>
          <p:cNvSpPr>
            <a:spLocks noGrp="1"/>
          </p:cNvSpPr>
          <p:nvPr>
            <p:ph type="pic" idx="2"/>
          </p:nvPr>
        </p:nvSpPr>
        <p:spPr>
          <a:xfrm>
            <a:off x="1622660" y="4376231"/>
            <a:ext cx="3114300" cy="31125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07" name="Google Shape;107;p11"/>
          <p:cNvSpPr>
            <a:spLocks noGrp="1"/>
          </p:cNvSpPr>
          <p:nvPr>
            <p:ph type="pic" idx="3"/>
          </p:nvPr>
        </p:nvSpPr>
        <p:spPr>
          <a:xfrm>
            <a:off x="6223460" y="4376231"/>
            <a:ext cx="3114300" cy="31125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08" name="Google Shape;108;p11"/>
          <p:cNvSpPr>
            <a:spLocks noGrp="1"/>
          </p:cNvSpPr>
          <p:nvPr>
            <p:ph type="pic" idx="4"/>
          </p:nvPr>
        </p:nvSpPr>
        <p:spPr>
          <a:xfrm>
            <a:off x="10824260" y="4376231"/>
            <a:ext cx="3114300" cy="31125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09" name="Google Shape;109;p11"/>
          <p:cNvSpPr>
            <a:spLocks noGrp="1"/>
          </p:cNvSpPr>
          <p:nvPr>
            <p:ph type="pic" idx="5"/>
          </p:nvPr>
        </p:nvSpPr>
        <p:spPr>
          <a:xfrm>
            <a:off x="15425060" y="4376231"/>
            <a:ext cx="3114300" cy="31125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10" name="Google Shape;110;p11"/>
          <p:cNvSpPr txBox="1">
            <a:spLocks noGrp="1"/>
          </p:cNvSpPr>
          <p:nvPr>
            <p:ph type="body" idx="1"/>
          </p:nvPr>
        </p:nvSpPr>
        <p:spPr>
          <a:xfrm>
            <a:off x="1316625" y="7968850"/>
            <a:ext cx="3720600" cy="60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409575" algn="ctr">
              <a:spcBef>
                <a:spcPts val="0"/>
              </a:spcBef>
              <a:spcAft>
                <a:spcPts val="0"/>
              </a:spcAft>
              <a:buSzPts val="2850"/>
              <a:buFont typeface="Inter"/>
              <a:buChar char="●"/>
              <a:defRPr sz="2850" b="1">
                <a:latin typeface="Inter"/>
                <a:ea typeface="Inter"/>
                <a:cs typeface="Inter"/>
                <a:sym typeface="Inter"/>
              </a:defRPr>
            </a:lvl1pPr>
            <a:lvl2pPr marL="914400" lvl="1" indent="-409575" algn="ctr">
              <a:spcBef>
                <a:spcPts val="0"/>
              </a:spcBef>
              <a:spcAft>
                <a:spcPts val="0"/>
              </a:spcAft>
              <a:buSzPts val="2850"/>
              <a:buFont typeface="Inter"/>
              <a:buChar char="○"/>
              <a:defRPr sz="2850" b="1">
                <a:latin typeface="Inter"/>
                <a:ea typeface="Inter"/>
                <a:cs typeface="Inter"/>
                <a:sym typeface="Inter"/>
              </a:defRPr>
            </a:lvl2pPr>
            <a:lvl3pPr marL="1371600" lvl="2" indent="-409575" algn="ctr">
              <a:spcBef>
                <a:spcPts val="0"/>
              </a:spcBef>
              <a:spcAft>
                <a:spcPts val="0"/>
              </a:spcAft>
              <a:buSzPts val="2850"/>
              <a:buFont typeface="Inter"/>
              <a:buChar char="■"/>
              <a:defRPr sz="2850" b="1">
                <a:latin typeface="Inter"/>
                <a:ea typeface="Inter"/>
                <a:cs typeface="Inter"/>
                <a:sym typeface="Inter"/>
              </a:defRPr>
            </a:lvl3pPr>
            <a:lvl4pPr marL="1828800" lvl="3" indent="-409575" algn="ctr">
              <a:spcBef>
                <a:spcPts val="0"/>
              </a:spcBef>
              <a:spcAft>
                <a:spcPts val="0"/>
              </a:spcAft>
              <a:buSzPts val="2850"/>
              <a:buFont typeface="Inter"/>
              <a:buChar char="●"/>
              <a:defRPr sz="2850" b="1">
                <a:latin typeface="Inter"/>
                <a:ea typeface="Inter"/>
                <a:cs typeface="Inter"/>
                <a:sym typeface="Inter"/>
              </a:defRPr>
            </a:lvl4pPr>
            <a:lvl5pPr marL="2286000" lvl="4" indent="-409575" algn="ctr">
              <a:spcBef>
                <a:spcPts val="0"/>
              </a:spcBef>
              <a:spcAft>
                <a:spcPts val="0"/>
              </a:spcAft>
              <a:buSzPts val="2850"/>
              <a:buFont typeface="Inter"/>
              <a:buChar char="○"/>
              <a:defRPr sz="2850" b="1">
                <a:latin typeface="Inter"/>
                <a:ea typeface="Inter"/>
                <a:cs typeface="Inter"/>
                <a:sym typeface="Inter"/>
              </a:defRPr>
            </a:lvl5pPr>
            <a:lvl6pPr marL="2743200" lvl="5" indent="-409575" algn="ctr">
              <a:spcBef>
                <a:spcPts val="0"/>
              </a:spcBef>
              <a:spcAft>
                <a:spcPts val="0"/>
              </a:spcAft>
              <a:buSzPts val="2850"/>
              <a:buFont typeface="Inter"/>
              <a:buChar char="■"/>
              <a:defRPr sz="2850" b="1">
                <a:latin typeface="Inter"/>
                <a:ea typeface="Inter"/>
                <a:cs typeface="Inter"/>
                <a:sym typeface="Inter"/>
              </a:defRPr>
            </a:lvl6pPr>
            <a:lvl7pPr marL="3200400" lvl="6" indent="-409575" algn="ctr">
              <a:spcBef>
                <a:spcPts val="0"/>
              </a:spcBef>
              <a:spcAft>
                <a:spcPts val="0"/>
              </a:spcAft>
              <a:buSzPts val="2850"/>
              <a:buFont typeface="Inter"/>
              <a:buChar char="●"/>
              <a:defRPr sz="2850" b="1">
                <a:latin typeface="Inter"/>
                <a:ea typeface="Inter"/>
                <a:cs typeface="Inter"/>
                <a:sym typeface="Inter"/>
              </a:defRPr>
            </a:lvl7pPr>
            <a:lvl8pPr marL="3657600" lvl="7" indent="-409575" algn="ctr">
              <a:spcBef>
                <a:spcPts val="0"/>
              </a:spcBef>
              <a:spcAft>
                <a:spcPts val="0"/>
              </a:spcAft>
              <a:buSzPts val="2850"/>
              <a:buFont typeface="Inter"/>
              <a:buChar char="○"/>
              <a:defRPr sz="2850" b="1">
                <a:latin typeface="Inter"/>
                <a:ea typeface="Inter"/>
                <a:cs typeface="Inter"/>
                <a:sym typeface="Inter"/>
              </a:defRPr>
            </a:lvl8pPr>
            <a:lvl9pPr marL="4114800" lvl="8" indent="-409575" algn="ctr">
              <a:spcBef>
                <a:spcPts val="0"/>
              </a:spcBef>
              <a:spcAft>
                <a:spcPts val="0"/>
              </a:spcAft>
              <a:buSzPts val="2850"/>
              <a:buFont typeface="Inter"/>
              <a:buChar char="■"/>
              <a:defRPr sz="2850" b="1"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111" name="Google Shape;111;p11"/>
          <p:cNvSpPr txBox="1">
            <a:spLocks noGrp="1"/>
          </p:cNvSpPr>
          <p:nvPr>
            <p:ph type="body" idx="6"/>
          </p:nvPr>
        </p:nvSpPr>
        <p:spPr>
          <a:xfrm>
            <a:off x="1316625" y="8572150"/>
            <a:ext cx="3720600" cy="168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65125" algn="ctr">
              <a:spcBef>
                <a:spcPts val="0"/>
              </a:spcBef>
              <a:spcAft>
                <a:spcPts val="0"/>
              </a:spcAft>
              <a:buSzPts val="2150"/>
              <a:buFont typeface="Inter"/>
              <a:buChar char="●"/>
              <a:defRPr sz="2150">
                <a:latin typeface="Inter"/>
                <a:ea typeface="Inter"/>
                <a:cs typeface="Inter"/>
                <a:sym typeface="Inter"/>
              </a:defRPr>
            </a:lvl1pPr>
            <a:lvl2pPr marL="914400" lvl="1" indent="-365125" algn="ctr">
              <a:spcBef>
                <a:spcPts val="0"/>
              </a:spcBef>
              <a:spcAft>
                <a:spcPts val="0"/>
              </a:spcAft>
              <a:buSzPts val="2150"/>
              <a:buFont typeface="Inter"/>
              <a:buChar char="○"/>
              <a:defRPr sz="2150">
                <a:latin typeface="Inter"/>
                <a:ea typeface="Inter"/>
                <a:cs typeface="Inter"/>
                <a:sym typeface="Inter"/>
              </a:defRPr>
            </a:lvl2pPr>
            <a:lvl3pPr marL="1371600" lvl="2" indent="-365125" algn="ctr">
              <a:spcBef>
                <a:spcPts val="0"/>
              </a:spcBef>
              <a:spcAft>
                <a:spcPts val="0"/>
              </a:spcAft>
              <a:buSzPts val="2150"/>
              <a:buFont typeface="Inter"/>
              <a:buChar char="■"/>
              <a:defRPr sz="2150">
                <a:latin typeface="Inter"/>
                <a:ea typeface="Inter"/>
                <a:cs typeface="Inter"/>
                <a:sym typeface="Inter"/>
              </a:defRPr>
            </a:lvl3pPr>
            <a:lvl4pPr marL="1828800" lvl="3" indent="-365125" algn="ctr">
              <a:spcBef>
                <a:spcPts val="0"/>
              </a:spcBef>
              <a:spcAft>
                <a:spcPts val="0"/>
              </a:spcAft>
              <a:buSzPts val="2150"/>
              <a:buFont typeface="Inter"/>
              <a:buChar char="●"/>
              <a:defRPr sz="2150">
                <a:latin typeface="Inter"/>
                <a:ea typeface="Inter"/>
                <a:cs typeface="Inter"/>
                <a:sym typeface="Inter"/>
              </a:defRPr>
            </a:lvl4pPr>
            <a:lvl5pPr marL="2286000" lvl="4" indent="-365125" algn="ctr">
              <a:spcBef>
                <a:spcPts val="0"/>
              </a:spcBef>
              <a:spcAft>
                <a:spcPts val="0"/>
              </a:spcAft>
              <a:buSzPts val="2150"/>
              <a:buFont typeface="Inter"/>
              <a:buChar char="○"/>
              <a:defRPr sz="2150">
                <a:latin typeface="Inter"/>
                <a:ea typeface="Inter"/>
                <a:cs typeface="Inter"/>
                <a:sym typeface="Inter"/>
              </a:defRPr>
            </a:lvl5pPr>
            <a:lvl6pPr marL="2743200" lvl="5" indent="-365125" algn="ctr">
              <a:spcBef>
                <a:spcPts val="0"/>
              </a:spcBef>
              <a:spcAft>
                <a:spcPts val="0"/>
              </a:spcAft>
              <a:buSzPts val="2150"/>
              <a:buFont typeface="Inter"/>
              <a:buChar char="■"/>
              <a:defRPr sz="2150">
                <a:latin typeface="Inter"/>
                <a:ea typeface="Inter"/>
                <a:cs typeface="Inter"/>
                <a:sym typeface="Inter"/>
              </a:defRPr>
            </a:lvl6pPr>
            <a:lvl7pPr marL="3200400" lvl="6" indent="-365125" algn="ctr">
              <a:spcBef>
                <a:spcPts val="0"/>
              </a:spcBef>
              <a:spcAft>
                <a:spcPts val="0"/>
              </a:spcAft>
              <a:buSzPts val="2150"/>
              <a:buFont typeface="Inter"/>
              <a:buChar char="●"/>
              <a:defRPr sz="2150">
                <a:latin typeface="Inter"/>
                <a:ea typeface="Inter"/>
                <a:cs typeface="Inter"/>
                <a:sym typeface="Inter"/>
              </a:defRPr>
            </a:lvl7pPr>
            <a:lvl8pPr marL="3657600" lvl="7" indent="-365125" algn="ctr">
              <a:spcBef>
                <a:spcPts val="0"/>
              </a:spcBef>
              <a:spcAft>
                <a:spcPts val="0"/>
              </a:spcAft>
              <a:buSzPts val="2150"/>
              <a:buFont typeface="Inter"/>
              <a:buChar char="○"/>
              <a:defRPr sz="2150">
                <a:latin typeface="Inter"/>
                <a:ea typeface="Inter"/>
                <a:cs typeface="Inter"/>
                <a:sym typeface="Inter"/>
              </a:defRPr>
            </a:lvl8pPr>
            <a:lvl9pPr marL="4114800" lvl="8" indent="-365125" algn="ctr">
              <a:spcBef>
                <a:spcPts val="0"/>
              </a:spcBef>
              <a:spcAft>
                <a:spcPts val="0"/>
              </a:spcAft>
              <a:buSzPts val="2150"/>
              <a:buFont typeface="Inter"/>
              <a:buChar char="■"/>
              <a:defRPr sz="2150"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112" name="Google Shape;112;p11"/>
          <p:cNvSpPr txBox="1">
            <a:spLocks noGrp="1"/>
          </p:cNvSpPr>
          <p:nvPr>
            <p:ph type="body" idx="7"/>
          </p:nvPr>
        </p:nvSpPr>
        <p:spPr>
          <a:xfrm>
            <a:off x="5920300" y="7968850"/>
            <a:ext cx="3720600" cy="60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409575" algn="ctr">
              <a:spcBef>
                <a:spcPts val="0"/>
              </a:spcBef>
              <a:spcAft>
                <a:spcPts val="0"/>
              </a:spcAft>
              <a:buSzPts val="2850"/>
              <a:buFont typeface="Inter"/>
              <a:buChar char="●"/>
              <a:defRPr sz="2850" b="1">
                <a:latin typeface="Inter"/>
                <a:ea typeface="Inter"/>
                <a:cs typeface="Inter"/>
                <a:sym typeface="Inter"/>
              </a:defRPr>
            </a:lvl1pPr>
            <a:lvl2pPr marL="914400" lvl="1" indent="-409575" algn="ctr">
              <a:spcBef>
                <a:spcPts val="0"/>
              </a:spcBef>
              <a:spcAft>
                <a:spcPts val="0"/>
              </a:spcAft>
              <a:buSzPts val="2850"/>
              <a:buFont typeface="Inter"/>
              <a:buChar char="○"/>
              <a:defRPr sz="2850" b="1">
                <a:latin typeface="Inter"/>
                <a:ea typeface="Inter"/>
                <a:cs typeface="Inter"/>
                <a:sym typeface="Inter"/>
              </a:defRPr>
            </a:lvl2pPr>
            <a:lvl3pPr marL="1371600" lvl="2" indent="-409575" algn="ctr">
              <a:spcBef>
                <a:spcPts val="0"/>
              </a:spcBef>
              <a:spcAft>
                <a:spcPts val="0"/>
              </a:spcAft>
              <a:buSzPts val="2850"/>
              <a:buFont typeface="Inter"/>
              <a:buChar char="■"/>
              <a:defRPr sz="2850" b="1">
                <a:latin typeface="Inter"/>
                <a:ea typeface="Inter"/>
                <a:cs typeface="Inter"/>
                <a:sym typeface="Inter"/>
              </a:defRPr>
            </a:lvl3pPr>
            <a:lvl4pPr marL="1828800" lvl="3" indent="-409575" algn="ctr">
              <a:spcBef>
                <a:spcPts val="0"/>
              </a:spcBef>
              <a:spcAft>
                <a:spcPts val="0"/>
              </a:spcAft>
              <a:buSzPts val="2850"/>
              <a:buFont typeface="Inter"/>
              <a:buChar char="●"/>
              <a:defRPr sz="2850" b="1">
                <a:latin typeface="Inter"/>
                <a:ea typeface="Inter"/>
                <a:cs typeface="Inter"/>
                <a:sym typeface="Inter"/>
              </a:defRPr>
            </a:lvl4pPr>
            <a:lvl5pPr marL="2286000" lvl="4" indent="-409575" algn="ctr">
              <a:spcBef>
                <a:spcPts val="0"/>
              </a:spcBef>
              <a:spcAft>
                <a:spcPts val="0"/>
              </a:spcAft>
              <a:buSzPts val="2850"/>
              <a:buFont typeface="Inter"/>
              <a:buChar char="○"/>
              <a:defRPr sz="2850" b="1">
                <a:latin typeface="Inter"/>
                <a:ea typeface="Inter"/>
                <a:cs typeface="Inter"/>
                <a:sym typeface="Inter"/>
              </a:defRPr>
            </a:lvl5pPr>
            <a:lvl6pPr marL="2743200" lvl="5" indent="-409575" algn="ctr">
              <a:spcBef>
                <a:spcPts val="0"/>
              </a:spcBef>
              <a:spcAft>
                <a:spcPts val="0"/>
              </a:spcAft>
              <a:buSzPts val="2850"/>
              <a:buFont typeface="Inter"/>
              <a:buChar char="■"/>
              <a:defRPr sz="2850" b="1">
                <a:latin typeface="Inter"/>
                <a:ea typeface="Inter"/>
                <a:cs typeface="Inter"/>
                <a:sym typeface="Inter"/>
              </a:defRPr>
            </a:lvl6pPr>
            <a:lvl7pPr marL="3200400" lvl="6" indent="-409575" algn="ctr">
              <a:spcBef>
                <a:spcPts val="0"/>
              </a:spcBef>
              <a:spcAft>
                <a:spcPts val="0"/>
              </a:spcAft>
              <a:buSzPts val="2850"/>
              <a:buFont typeface="Inter"/>
              <a:buChar char="●"/>
              <a:defRPr sz="2850" b="1">
                <a:latin typeface="Inter"/>
                <a:ea typeface="Inter"/>
                <a:cs typeface="Inter"/>
                <a:sym typeface="Inter"/>
              </a:defRPr>
            </a:lvl7pPr>
            <a:lvl8pPr marL="3657600" lvl="7" indent="-409575" algn="ctr">
              <a:spcBef>
                <a:spcPts val="0"/>
              </a:spcBef>
              <a:spcAft>
                <a:spcPts val="0"/>
              </a:spcAft>
              <a:buSzPts val="2850"/>
              <a:buFont typeface="Inter"/>
              <a:buChar char="○"/>
              <a:defRPr sz="2850" b="1">
                <a:latin typeface="Inter"/>
                <a:ea typeface="Inter"/>
                <a:cs typeface="Inter"/>
                <a:sym typeface="Inter"/>
              </a:defRPr>
            </a:lvl8pPr>
            <a:lvl9pPr marL="4114800" lvl="8" indent="-409575" algn="ctr">
              <a:spcBef>
                <a:spcPts val="0"/>
              </a:spcBef>
              <a:spcAft>
                <a:spcPts val="0"/>
              </a:spcAft>
              <a:buSzPts val="2850"/>
              <a:buFont typeface="Inter"/>
              <a:buChar char="■"/>
              <a:defRPr sz="2850" b="1"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113" name="Google Shape;113;p11"/>
          <p:cNvSpPr txBox="1">
            <a:spLocks noGrp="1"/>
          </p:cNvSpPr>
          <p:nvPr>
            <p:ph type="body" idx="8"/>
          </p:nvPr>
        </p:nvSpPr>
        <p:spPr>
          <a:xfrm>
            <a:off x="5920300" y="8572150"/>
            <a:ext cx="3720600" cy="168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65125" algn="ctr">
              <a:spcBef>
                <a:spcPts val="0"/>
              </a:spcBef>
              <a:spcAft>
                <a:spcPts val="0"/>
              </a:spcAft>
              <a:buSzPts val="2150"/>
              <a:buFont typeface="Inter"/>
              <a:buChar char="●"/>
              <a:defRPr sz="2150">
                <a:latin typeface="Inter"/>
                <a:ea typeface="Inter"/>
                <a:cs typeface="Inter"/>
                <a:sym typeface="Inter"/>
              </a:defRPr>
            </a:lvl1pPr>
            <a:lvl2pPr marL="914400" lvl="1" indent="-365125" algn="ctr">
              <a:spcBef>
                <a:spcPts val="0"/>
              </a:spcBef>
              <a:spcAft>
                <a:spcPts val="0"/>
              </a:spcAft>
              <a:buSzPts val="2150"/>
              <a:buFont typeface="Inter"/>
              <a:buChar char="○"/>
              <a:defRPr sz="2150">
                <a:latin typeface="Inter"/>
                <a:ea typeface="Inter"/>
                <a:cs typeface="Inter"/>
                <a:sym typeface="Inter"/>
              </a:defRPr>
            </a:lvl2pPr>
            <a:lvl3pPr marL="1371600" lvl="2" indent="-365125" algn="ctr">
              <a:spcBef>
                <a:spcPts val="0"/>
              </a:spcBef>
              <a:spcAft>
                <a:spcPts val="0"/>
              </a:spcAft>
              <a:buSzPts val="2150"/>
              <a:buFont typeface="Inter"/>
              <a:buChar char="■"/>
              <a:defRPr sz="2150">
                <a:latin typeface="Inter"/>
                <a:ea typeface="Inter"/>
                <a:cs typeface="Inter"/>
                <a:sym typeface="Inter"/>
              </a:defRPr>
            </a:lvl3pPr>
            <a:lvl4pPr marL="1828800" lvl="3" indent="-365125" algn="ctr">
              <a:spcBef>
                <a:spcPts val="0"/>
              </a:spcBef>
              <a:spcAft>
                <a:spcPts val="0"/>
              </a:spcAft>
              <a:buSzPts val="2150"/>
              <a:buFont typeface="Inter"/>
              <a:buChar char="●"/>
              <a:defRPr sz="2150">
                <a:latin typeface="Inter"/>
                <a:ea typeface="Inter"/>
                <a:cs typeface="Inter"/>
                <a:sym typeface="Inter"/>
              </a:defRPr>
            </a:lvl4pPr>
            <a:lvl5pPr marL="2286000" lvl="4" indent="-365125" algn="ctr">
              <a:spcBef>
                <a:spcPts val="0"/>
              </a:spcBef>
              <a:spcAft>
                <a:spcPts val="0"/>
              </a:spcAft>
              <a:buSzPts val="2150"/>
              <a:buFont typeface="Inter"/>
              <a:buChar char="○"/>
              <a:defRPr sz="2150">
                <a:latin typeface="Inter"/>
                <a:ea typeface="Inter"/>
                <a:cs typeface="Inter"/>
                <a:sym typeface="Inter"/>
              </a:defRPr>
            </a:lvl5pPr>
            <a:lvl6pPr marL="2743200" lvl="5" indent="-365125" algn="ctr">
              <a:spcBef>
                <a:spcPts val="0"/>
              </a:spcBef>
              <a:spcAft>
                <a:spcPts val="0"/>
              </a:spcAft>
              <a:buSzPts val="2150"/>
              <a:buFont typeface="Inter"/>
              <a:buChar char="■"/>
              <a:defRPr sz="2150">
                <a:latin typeface="Inter"/>
                <a:ea typeface="Inter"/>
                <a:cs typeface="Inter"/>
                <a:sym typeface="Inter"/>
              </a:defRPr>
            </a:lvl6pPr>
            <a:lvl7pPr marL="3200400" lvl="6" indent="-365125" algn="ctr">
              <a:spcBef>
                <a:spcPts val="0"/>
              </a:spcBef>
              <a:spcAft>
                <a:spcPts val="0"/>
              </a:spcAft>
              <a:buSzPts val="2150"/>
              <a:buFont typeface="Inter"/>
              <a:buChar char="●"/>
              <a:defRPr sz="2150">
                <a:latin typeface="Inter"/>
                <a:ea typeface="Inter"/>
                <a:cs typeface="Inter"/>
                <a:sym typeface="Inter"/>
              </a:defRPr>
            </a:lvl7pPr>
            <a:lvl8pPr marL="3657600" lvl="7" indent="-365125" algn="ctr">
              <a:spcBef>
                <a:spcPts val="0"/>
              </a:spcBef>
              <a:spcAft>
                <a:spcPts val="0"/>
              </a:spcAft>
              <a:buSzPts val="2150"/>
              <a:buFont typeface="Inter"/>
              <a:buChar char="○"/>
              <a:defRPr sz="2150">
                <a:latin typeface="Inter"/>
                <a:ea typeface="Inter"/>
                <a:cs typeface="Inter"/>
                <a:sym typeface="Inter"/>
              </a:defRPr>
            </a:lvl8pPr>
            <a:lvl9pPr marL="4114800" lvl="8" indent="-365125" algn="ctr">
              <a:spcBef>
                <a:spcPts val="0"/>
              </a:spcBef>
              <a:spcAft>
                <a:spcPts val="0"/>
              </a:spcAft>
              <a:buSzPts val="2150"/>
              <a:buFont typeface="Inter"/>
              <a:buChar char="■"/>
              <a:defRPr sz="2150"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114" name="Google Shape;114;p11"/>
          <p:cNvSpPr txBox="1">
            <a:spLocks noGrp="1"/>
          </p:cNvSpPr>
          <p:nvPr>
            <p:ph type="body" idx="9"/>
          </p:nvPr>
        </p:nvSpPr>
        <p:spPr>
          <a:xfrm>
            <a:off x="10523963" y="7968850"/>
            <a:ext cx="3720600" cy="60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409575" algn="ctr">
              <a:spcBef>
                <a:spcPts val="0"/>
              </a:spcBef>
              <a:spcAft>
                <a:spcPts val="0"/>
              </a:spcAft>
              <a:buSzPts val="2850"/>
              <a:buFont typeface="Inter"/>
              <a:buChar char="●"/>
              <a:defRPr sz="2850" b="1">
                <a:latin typeface="Inter"/>
                <a:ea typeface="Inter"/>
                <a:cs typeface="Inter"/>
                <a:sym typeface="Inter"/>
              </a:defRPr>
            </a:lvl1pPr>
            <a:lvl2pPr marL="914400" lvl="1" indent="-409575" algn="ctr">
              <a:spcBef>
                <a:spcPts val="0"/>
              </a:spcBef>
              <a:spcAft>
                <a:spcPts val="0"/>
              </a:spcAft>
              <a:buSzPts val="2850"/>
              <a:buFont typeface="Inter"/>
              <a:buChar char="○"/>
              <a:defRPr sz="2850" b="1">
                <a:latin typeface="Inter"/>
                <a:ea typeface="Inter"/>
                <a:cs typeface="Inter"/>
                <a:sym typeface="Inter"/>
              </a:defRPr>
            </a:lvl2pPr>
            <a:lvl3pPr marL="1371600" lvl="2" indent="-409575" algn="ctr">
              <a:spcBef>
                <a:spcPts val="0"/>
              </a:spcBef>
              <a:spcAft>
                <a:spcPts val="0"/>
              </a:spcAft>
              <a:buSzPts val="2850"/>
              <a:buFont typeface="Inter"/>
              <a:buChar char="■"/>
              <a:defRPr sz="2850" b="1">
                <a:latin typeface="Inter"/>
                <a:ea typeface="Inter"/>
                <a:cs typeface="Inter"/>
                <a:sym typeface="Inter"/>
              </a:defRPr>
            </a:lvl3pPr>
            <a:lvl4pPr marL="1828800" lvl="3" indent="-409575" algn="ctr">
              <a:spcBef>
                <a:spcPts val="0"/>
              </a:spcBef>
              <a:spcAft>
                <a:spcPts val="0"/>
              </a:spcAft>
              <a:buSzPts val="2850"/>
              <a:buFont typeface="Inter"/>
              <a:buChar char="●"/>
              <a:defRPr sz="2850" b="1">
                <a:latin typeface="Inter"/>
                <a:ea typeface="Inter"/>
                <a:cs typeface="Inter"/>
                <a:sym typeface="Inter"/>
              </a:defRPr>
            </a:lvl4pPr>
            <a:lvl5pPr marL="2286000" lvl="4" indent="-409575" algn="ctr">
              <a:spcBef>
                <a:spcPts val="0"/>
              </a:spcBef>
              <a:spcAft>
                <a:spcPts val="0"/>
              </a:spcAft>
              <a:buSzPts val="2850"/>
              <a:buFont typeface="Inter"/>
              <a:buChar char="○"/>
              <a:defRPr sz="2850" b="1">
                <a:latin typeface="Inter"/>
                <a:ea typeface="Inter"/>
                <a:cs typeface="Inter"/>
                <a:sym typeface="Inter"/>
              </a:defRPr>
            </a:lvl5pPr>
            <a:lvl6pPr marL="2743200" lvl="5" indent="-409575" algn="ctr">
              <a:spcBef>
                <a:spcPts val="0"/>
              </a:spcBef>
              <a:spcAft>
                <a:spcPts val="0"/>
              </a:spcAft>
              <a:buSzPts val="2850"/>
              <a:buFont typeface="Inter"/>
              <a:buChar char="■"/>
              <a:defRPr sz="2850" b="1">
                <a:latin typeface="Inter"/>
                <a:ea typeface="Inter"/>
                <a:cs typeface="Inter"/>
                <a:sym typeface="Inter"/>
              </a:defRPr>
            </a:lvl6pPr>
            <a:lvl7pPr marL="3200400" lvl="6" indent="-409575" algn="ctr">
              <a:spcBef>
                <a:spcPts val="0"/>
              </a:spcBef>
              <a:spcAft>
                <a:spcPts val="0"/>
              </a:spcAft>
              <a:buSzPts val="2850"/>
              <a:buFont typeface="Inter"/>
              <a:buChar char="●"/>
              <a:defRPr sz="2850" b="1">
                <a:latin typeface="Inter"/>
                <a:ea typeface="Inter"/>
                <a:cs typeface="Inter"/>
                <a:sym typeface="Inter"/>
              </a:defRPr>
            </a:lvl7pPr>
            <a:lvl8pPr marL="3657600" lvl="7" indent="-409575" algn="ctr">
              <a:spcBef>
                <a:spcPts val="0"/>
              </a:spcBef>
              <a:spcAft>
                <a:spcPts val="0"/>
              </a:spcAft>
              <a:buSzPts val="2850"/>
              <a:buFont typeface="Inter"/>
              <a:buChar char="○"/>
              <a:defRPr sz="2850" b="1">
                <a:latin typeface="Inter"/>
                <a:ea typeface="Inter"/>
                <a:cs typeface="Inter"/>
                <a:sym typeface="Inter"/>
              </a:defRPr>
            </a:lvl8pPr>
            <a:lvl9pPr marL="4114800" lvl="8" indent="-409575" algn="ctr">
              <a:spcBef>
                <a:spcPts val="0"/>
              </a:spcBef>
              <a:spcAft>
                <a:spcPts val="0"/>
              </a:spcAft>
              <a:buSzPts val="2850"/>
              <a:buFont typeface="Inter"/>
              <a:buChar char="■"/>
              <a:defRPr sz="2850" b="1"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115" name="Google Shape;115;p11"/>
          <p:cNvSpPr txBox="1">
            <a:spLocks noGrp="1"/>
          </p:cNvSpPr>
          <p:nvPr>
            <p:ph type="body" idx="13"/>
          </p:nvPr>
        </p:nvSpPr>
        <p:spPr>
          <a:xfrm>
            <a:off x="10523963" y="8572150"/>
            <a:ext cx="3720600" cy="168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65125" algn="ctr">
              <a:spcBef>
                <a:spcPts val="0"/>
              </a:spcBef>
              <a:spcAft>
                <a:spcPts val="0"/>
              </a:spcAft>
              <a:buSzPts val="2150"/>
              <a:buFont typeface="Inter"/>
              <a:buChar char="●"/>
              <a:defRPr sz="2150">
                <a:latin typeface="Inter"/>
                <a:ea typeface="Inter"/>
                <a:cs typeface="Inter"/>
                <a:sym typeface="Inter"/>
              </a:defRPr>
            </a:lvl1pPr>
            <a:lvl2pPr marL="914400" lvl="1" indent="-365125" algn="ctr">
              <a:spcBef>
                <a:spcPts val="0"/>
              </a:spcBef>
              <a:spcAft>
                <a:spcPts val="0"/>
              </a:spcAft>
              <a:buSzPts val="2150"/>
              <a:buFont typeface="Inter"/>
              <a:buChar char="○"/>
              <a:defRPr sz="2150">
                <a:latin typeface="Inter"/>
                <a:ea typeface="Inter"/>
                <a:cs typeface="Inter"/>
                <a:sym typeface="Inter"/>
              </a:defRPr>
            </a:lvl2pPr>
            <a:lvl3pPr marL="1371600" lvl="2" indent="-365125" algn="ctr">
              <a:spcBef>
                <a:spcPts val="0"/>
              </a:spcBef>
              <a:spcAft>
                <a:spcPts val="0"/>
              </a:spcAft>
              <a:buSzPts val="2150"/>
              <a:buFont typeface="Inter"/>
              <a:buChar char="■"/>
              <a:defRPr sz="2150">
                <a:latin typeface="Inter"/>
                <a:ea typeface="Inter"/>
                <a:cs typeface="Inter"/>
                <a:sym typeface="Inter"/>
              </a:defRPr>
            </a:lvl3pPr>
            <a:lvl4pPr marL="1828800" lvl="3" indent="-365125" algn="ctr">
              <a:spcBef>
                <a:spcPts val="0"/>
              </a:spcBef>
              <a:spcAft>
                <a:spcPts val="0"/>
              </a:spcAft>
              <a:buSzPts val="2150"/>
              <a:buFont typeface="Inter"/>
              <a:buChar char="●"/>
              <a:defRPr sz="2150">
                <a:latin typeface="Inter"/>
                <a:ea typeface="Inter"/>
                <a:cs typeface="Inter"/>
                <a:sym typeface="Inter"/>
              </a:defRPr>
            </a:lvl4pPr>
            <a:lvl5pPr marL="2286000" lvl="4" indent="-365125" algn="ctr">
              <a:spcBef>
                <a:spcPts val="0"/>
              </a:spcBef>
              <a:spcAft>
                <a:spcPts val="0"/>
              </a:spcAft>
              <a:buSzPts val="2150"/>
              <a:buFont typeface="Inter"/>
              <a:buChar char="○"/>
              <a:defRPr sz="2150">
                <a:latin typeface="Inter"/>
                <a:ea typeface="Inter"/>
                <a:cs typeface="Inter"/>
                <a:sym typeface="Inter"/>
              </a:defRPr>
            </a:lvl5pPr>
            <a:lvl6pPr marL="2743200" lvl="5" indent="-365125" algn="ctr">
              <a:spcBef>
                <a:spcPts val="0"/>
              </a:spcBef>
              <a:spcAft>
                <a:spcPts val="0"/>
              </a:spcAft>
              <a:buSzPts val="2150"/>
              <a:buFont typeface="Inter"/>
              <a:buChar char="■"/>
              <a:defRPr sz="2150">
                <a:latin typeface="Inter"/>
                <a:ea typeface="Inter"/>
                <a:cs typeface="Inter"/>
                <a:sym typeface="Inter"/>
              </a:defRPr>
            </a:lvl6pPr>
            <a:lvl7pPr marL="3200400" lvl="6" indent="-365125" algn="ctr">
              <a:spcBef>
                <a:spcPts val="0"/>
              </a:spcBef>
              <a:spcAft>
                <a:spcPts val="0"/>
              </a:spcAft>
              <a:buSzPts val="2150"/>
              <a:buFont typeface="Inter"/>
              <a:buChar char="●"/>
              <a:defRPr sz="2150">
                <a:latin typeface="Inter"/>
                <a:ea typeface="Inter"/>
                <a:cs typeface="Inter"/>
                <a:sym typeface="Inter"/>
              </a:defRPr>
            </a:lvl7pPr>
            <a:lvl8pPr marL="3657600" lvl="7" indent="-365125" algn="ctr">
              <a:spcBef>
                <a:spcPts val="0"/>
              </a:spcBef>
              <a:spcAft>
                <a:spcPts val="0"/>
              </a:spcAft>
              <a:buSzPts val="2150"/>
              <a:buFont typeface="Inter"/>
              <a:buChar char="○"/>
              <a:defRPr sz="2150">
                <a:latin typeface="Inter"/>
                <a:ea typeface="Inter"/>
                <a:cs typeface="Inter"/>
                <a:sym typeface="Inter"/>
              </a:defRPr>
            </a:lvl8pPr>
            <a:lvl9pPr marL="4114800" lvl="8" indent="-365125" algn="ctr">
              <a:spcBef>
                <a:spcPts val="0"/>
              </a:spcBef>
              <a:spcAft>
                <a:spcPts val="0"/>
              </a:spcAft>
              <a:buSzPts val="2150"/>
              <a:buFont typeface="Inter"/>
              <a:buChar char="■"/>
              <a:defRPr sz="2150"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116" name="Google Shape;116;p11"/>
          <p:cNvSpPr txBox="1">
            <a:spLocks noGrp="1"/>
          </p:cNvSpPr>
          <p:nvPr>
            <p:ph type="body" idx="14"/>
          </p:nvPr>
        </p:nvSpPr>
        <p:spPr>
          <a:xfrm>
            <a:off x="15127650" y="7968850"/>
            <a:ext cx="3720600" cy="60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409575" algn="ctr">
              <a:spcBef>
                <a:spcPts val="0"/>
              </a:spcBef>
              <a:spcAft>
                <a:spcPts val="0"/>
              </a:spcAft>
              <a:buSzPts val="2850"/>
              <a:buFont typeface="Inter"/>
              <a:buChar char="●"/>
              <a:defRPr sz="2850" b="1">
                <a:latin typeface="Inter"/>
                <a:ea typeface="Inter"/>
                <a:cs typeface="Inter"/>
                <a:sym typeface="Inter"/>
              </a:defRPr>
            </a:lvl1pPr>
            <a:lvl2pPr marL="914400" lvl="1" indent="-409575" algn="ctr">
              <a:spcBef>
                <a:spcPts val="0"/>
              </a:spcBef>
              <a:spcAft>
                <a:spcPts val="0"/>
              </a:spcAft>
              <a:buSzPts val="2850"/>
              <a:buFont typeface="Inter"/>
              <a:buChar char="○"/>
              <a:defRPr sz="2850" b="1">
                <a:latin typeface="Inter"/>
                <a:ea typeface="Inter"/>
                <a:cs typeface="Inter"/>
                <a:sym typeface="Inter"/>
              </a:defRPr>
            </a:lvl2pPr>
            <a:lvl3pPr marL="1371600" lvl="2" indent="-409575" algn="ctr">
              <a:spcBef>
                <a:spcPts val="0"/>
              </a:spcBef>
              <a:spcAft>
                <a:spcPts val="0"/>
              </a:spcAft>
              <a:buSzPts val="2850"/>
              <a:buFont typeface="Inter"/>
              <a:buChar char="■"/>
              <a:defRPr sz="2850" b="1">
                <a:latin typeface="Inter"/>
                <a:ea typeface="Inter"/>
                <a:cs typeface="Inter"/>
                <a:sym typeface="Inter"/>
              </a:defRPr>
            </a:lvl3pPr>
            <a:lvl4pPr marL="1828800" lvl="3" indent="-409575" algn="ctr">
              <a:spcBef>
                <a:spcPts val="0"/>
              </a:spcBef>
              <a:spcAft>
                <a:spcPts val="0"/>
              </a:spcAft>
              <a:buSzPts val="2850"/>
              <a:buFont typeface="Inter"/>
              <a:buChar char="●"/>
              <a:defRPr sz="2850" b="1">
                <a:latin typeface="Inter"/>
                <a:ea typeface="Inter"/>
                <a:cs typeface="Inter"/>
                <a:sym typeface="Inter"/>
              </a:defRPr>
            </a:lvl4pPr>
            <a:lvl5pPr marL="2286000" lvl="4" indent="-409575" algn="ctr">
              <a:spcBef>
                <a:spcPts val="0"/>
              </a:spcBef>
              <a:spcAft>
                <a:spcPts val="0"/>
              </a:spcAft>
              <a:buSzPts val="2850"/>
              <a:buFont typeface="Inter"/>
              <a:buChar char="○"/>
              <a:defRPr sz="2850" b="1">
                <a:latin typeface="Inter"/>
                <a:ea typeface="Inter"/>
                <a:cs typeface="Inter"/>
                <a:sym typeface="Inter"/>
              </a:defRPr>
            </a:lvl5pPr>
            <a:lvl6pPr marL="2743200" lvl="5" indent="-409575" algn="ctr">
              <a:spcBef>
                <a:spcPts val="0"/>
              </a:spcBef>
              <a:spcAft>
                <a:spcPts val="0"/>
              </a:spcAft>
              <a:buSzPts val="2850"/>
              <a:buFont typeface="Inter"/>
              <a:buChar char="■"/>
              <a:defRPr sz="2850" b="1">
                <a:latin typeface="Inter"/>
                <a:ea typeface="Inter"/>
                <a:cs typeface="Inter"/>
                <a:sym typeface="Inter"/>
              </a:defRPr>
            </a:lvl6pPr>
            <a:lvl7pPr marL="3200400" lvl="6" indent="-409575" algn="ctr">
              <a:spcBef>
                <a:spcPts val="0"/>
              </a:spcBef>
              <a:spcAft>
                <a:spcPts val="0"/>
              </a:spcAft>
              <a:buSzPts val="2850"/>
              <a:buFont typeface="Inter"/>
              <a:buChar char="●"/>
              <a:defRPr sz="2850" b="1">
                <a:latin typeface="Inter"/>
                <a:ea typeface="Inter"/>
                <a:cs typeface="Inter"/>
                <a:sym typeface="Inter"/>
              </a:defRPr>
            </a:lvl7pPr>
            <a:lvl8pPr marL="3657600" lvl="7" indent="-409575" algn="ctr">
              <a:spcBef>
                <a:spcPts val="0"/>
              </a:spcBef>
              <a:spcAft>
                <a:spcPts val="0"/>
              </a:spcAft>
              <a:buSzPts val="2850"/>
              <a:buFont typeface="Inter"/>
              <a:buChar char="○"/>
              <a:defRPr sz="2850" b="1">
                <a:latin typeface="Inter"/>
                <a:ea typeface="Inter"/>
                <a:cs typeface="Inter"/>
                <a:sym typeface="Inter"/>
              </a:defRPr>
            </a:lvl8pPr>
            <a:lvl9pPr marL="4114800" lvl="8" indent="-409575" algn="ctr">
              <a:spcBef>
                <a:spcPts val="0"/>
              </a:spcBef>
              <a:spcAft>
                <a:spcPts val="0"/>
              </a:spcAft>
              <a:buSzPts val="2850"/>
              <a:buFont typeface="Inter"/>
              <a:buChar char="■"/>
              <a:defRPr sz="2850" b="1"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117" name="Google Shape;117;p11"/>
          <p:cNvSpPr txBox="1">
            <a:spLocks noGrp="1"/>
          </p:cNvSpPr>
          <p:nvPr>
            <p:ph type="body" idx="15"/>
          </p:nvPr>
        </p:nvSpPr>
        <p:spPr>
          <a:xfrm>
            <a:off x="15127650" y="8572150"/>
            <a:ext cx="3720600" cy="168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65125" algn="ctr">
              <a:spcBef>
                <a:spcPts val="0"/>
              </a:spcBef>
              <a:spcAft>
                <a:spcPts val="0"/>
              </a:spcAft>
              <a:buSzPts val="2150"/>
              <a:buFont typeface="Inter"/>
              <a:buChar char="●"/>
              <a:defRPr sz="2150">
                <a:latin typeface="Inter"/>
                <a:ea typeface="Inter"/>
                <a:cs typeface="Inter"/>
                <a:sym typeface="Inter"/>
              </a:defRPr>
            </a:lvl1pPr>
            <a:lvl2pPr marL="914400" lvl="1" indent="-365125" algn="ctr">
              <a:spcBef>
                <a:spcPts val="0"/>
              </a:spcBef>
              <a:spcAft>
                <a:spcPts val="0"/>
              </a:spcAft>
              <a:buSzPts val="2150"/>
              <a:buFont typeface="Inter"/>
              <a:buChar char="○"/>
              <a:defRPr sz="2150">
                <a:latin typeface="Inter"/>
                <a:ea typeface="Inter"/>
                <a:cs typeface="Inter"/>
                <a:sym typeface="Inter"/>
              </a:defRPr>
            </a:lvl2pPr>
            <a:lvl3pPr marL="1371600" lvl="2" indent="-365125" algn="ctr">
              <a:spcBef>
                <a:spcPts val="0"/>
              </a:spcBef>
              <a:spcAft>
                <a:spcPts val="0"/>
              </a:spcAft>
              <a:buSzPts val="2150"/>
              <a:buFont typeface="Inter"/>
              <a:buChar char="■"/>
              <a:defRPr sz="2150">
                <a:latin typeface="Inter"/>
                <a:ea typeface="Inter"/>
                <a:cs typeface="Inter"/>
                <a:sym typeface="Inter"/>
              </a:defRPr>
            </a:lvl3pPr>
            <a:lvl4pPr marL="1828800" lvl="3" indent="-365125" algn="ctr">
              <a:spcBef>
                <a:spcPts val="0"/>
              </a:spcBef>
              <a:spcAft>
                <a:spcPts val="0"/>
              </a:spcAft>
              <a:buSzPts val="2150"/>
              <a:buFont typeface="Inter"/>
              <a:buChar char="●"/>
              <a:defRPr sz="2150">
                <a:latin typeface="Inter"/>
                <a:ea typeface="Inter"/>
                <a:cs typeface="Inter"/>
                <a:sym typeface="Inter"/>
              </a:defRPr>
            </a:lvl4pPr>
            <a:lvl5pPr marL="2286000" lvl="4" indent="-365125" algn="ctr">
              <a:spcBef>
                <a:spcPts val="0"/>
              </a:spcBef>
              <a:spcAft>
                <a:spcPts val="0"/>
              </a:spcAft>
              <a:buSzPts val="2150"/>
              <a:buFont typeface="Inter"/>
              <a:buChar char="○"/>
              <a:defRPr sz="2150">
                <a:latin typeface="Inter"/>
                <a:ea typeface="Inter"/>
                <a:cs typeface="Inter"/>
                <a:sym typeface="Inter"/>
              </a:defRPr>
            </a:lvl5pPr>
            <a:lvl6pPr marL="2743200" lvl="5" indent="-365125" algn="ctr">
              <a:spcBef>
                <a:spcPts val="0"/>
              </a:spcBef>
              <a:spcAft>
                <a:spcPts val="0"/>
              </a:spcAft>
              <a:buSzPts val="2150"/>
              <a:buFont typeface="Inter"/>
              <a:buChar char="■"/>
              <a:defRPr sz="2150">
                <a:latin typeface="Inter"/>
                <a:ea typeface="Inter"/>
                <a:cs typeface="Inter"/>
                <a:sym typeface="Inter"/>
              </a:defRPr>
            </a:lvl6pPr>
            <a:lvl7pPr marL="3200400" lvl="6" indent="-365125" algn="ctr">
              <a:spcBef>
                <a:spcPts val="0"/>
              </a:spcBef>
              <a:spcAft>
                <a:spcPts val="0"/>
              </a:spcAft>
              <a:buSzPts val="2150"/>
              <a:buFont typeface="Inter"/>
              <a:buChar char="●"/>
              <a:defRPr sz="2150">
                <a:latin typeface="Inter"/>
                <a:ea typeface="Inter"/>
                <a:cs typeface="Inter"/>
                <a:sym typeface="Inter"/>
              </a:defRPr>
            </a:lvl7pPr>
            <a:lvl8pPr marL="3657600" lvl="7" indent="-365125" algn="ctr">
              <a:spcBef>
                <a:spcPts val="0"/>
              </a:spcBef>
              <a:spcAft>
                <a:spcPts val="0"/>
              </a:spcAft>
              <a:buSzPts val="2150"/>
              <a:buFont typeface="Inter"/>
              <a:buChar char="○"/>
              <a:defRPr sz="2150">
                <a:latin typeface="Inter"/>
                <a:ea typeface="Inter"/>
                <a:cs typeface="Inter"/>
                <a:sym typeface="Inter"/>
              </a:defRPr>
            </a:lvl8pPr>
            <a:lvl9pPr marL="4114800" lvl="8" indent="-365125" algn="ctr">
              <a:spcBef>
                <a:spcPts val="0"/>
              </a:spcBef>
              <a:spcAft>
                <a:spcPts val="0"/>
              </a:spcAft>
              <a:buSzPts val="2150"/>
              <a:buFont typeface="Inter"/>
              <a:buChar char="■"/>
              <a:defRPr sz="2150"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118" name="Google Shape;118;p11"/>
          <p:cNvSpPr txBox="1">
            <a:spLocks noGrp="1"/>
          </p:cNvSpPr>
          <p:nvPr>
            <p:ph type="body" idx="16"/>
          </p:nvPr>
        </p:nvSpPr>
        <p:spPr>
          <a:xfrm>
            <a:off x="1717600" y="2093125"/>
            <a:ext cx="16668900" cy="77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65125" algn="ctr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2150"/>
              <a:buFont typeface="Inter"/>
              <a:buChar char="●"/>
              <a:defRPr sz="2150" b="1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defRPr>
            </a:lvl1pPr>
            <a:lvl2pPr marL="914400" lvl="1" indent="-365125" algn="ctr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2150"/>
              <a:buFont typeface="Inter"/>
              <a:buChar char="○"/>
              <a:defRPr sz="2150" b="1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371600" lvl="2" indent="-365125" algn="ctr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2150"/>
              <a:buFont typeface="Inter"/>
              <a:buChar char="■"/>
              <a:defRPr sz="2150" b="1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1828800" lvl="3" indent="-365125" algn="ctr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2150"/>
              <a:buFont typeface="Inter"/>
              <a:buChar char="●"/>
              <a:defRPr sz="2150" b="1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2286000" lvl="4" indent="-365125" algn="ctr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2150"/>
              <a:buFont typeface="Inter"/>
              <a:buChar char="○"/>
              <a:defRPr sz="2150" b="1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2743200" lvl="5" indent="-365125" algn="ctr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2150"/>
              <a:buFont typeface="Inter"/>
              <a:buChar char="■"/>
              <a:defRPr sz="2150" b="1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3200400" lvl="6" indent="-365125" algn="ctr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2150"/>
              <a:buFont typeface="Inter"/>
              <a:buChar char="●"/>
              <a:defRPr sz="2150" b="1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3657600" lvl="7" indent="-365125" algn="ctr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2150"/>
              <a:buFont typeface="Inter"/>
              <a:buChar char="○"/>
              <a:defRPr sz="2150" b="1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4114800" lvl="8" indent="-365125" algn="ctr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2150"/>
              <a:buFont typeface="Inter"/>
              <a:buChar char="■"/>
              <a:defRPr sz="2150" b="1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119" name="Google Shape;119;p11"/>
          <p:cNvSpPr txBox="1">
            <a:spLocks noGrp="1"/>
          </p:cNvSpPr>
          <p:nvPr>
            <p:ph type="title"/>
          </p:nvPr>
        </p:nvSpPr>
        <p:spPr>
          <a:xfrm>
            <a:off x="1717600" y="979200"/>
            <a:ext cx="16668900" cy="94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6000"/>
              <a:buFont typeface="Inter"/>
              <a:buNone/>
              <a:defRPr sz="6000" b="1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6000"/>
              <a:buFont typeface="Inter"/>
              <a:buNone/>
              <a:defRPr sz="6000" b="1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6000"/>
              <a:buFont typeface="Inter"/>
              <a:buNone/>
              <a:defRPr sz="6000" b="1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6000"/>
              <a:buFont typeface="Inter"/>
              <a:buNone/>
              <a:defRPr sz="6000" b="1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6000"/>
              <a:buFont typeface="Inter"/>
              <a:buNone/>
              <a:defRPr sz="6000" b="1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6000"/>
              <a:buFont typeface="Inter"/>
              <a:buNone/>
              <a:defRPr sz="6000" b="1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6000"/>
              <a:buFont typeface="Inter"/>
              <a:buNone/>
              <a:defRPr sz="6000" b="1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6000"/>
              <a:buFont typeface="Inter"/>
              <a:buNone/>
              <a:defRPr sz="6000" b="1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6000"/>
              <a:buFont typeface="Inter"/>
              <a:buNone/>
              <a:defRPr sz="6000" b="1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and bullets 1">
  <p:cSld name="CUSTOM_14"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1" name="Google Shape;121;p12" title="Artboard 6@300x-100.jpg"/>
          <p:cNvPicPr preferRelativeResize="0"/>
          <p:nvPr/>
        </p:nvPicPr>
        <p:blipFill rotWithShape="1">
          <a:blip r:embed="rId2">
            <a:alphaModFix/>
          </a:blip>
          <a:srcRect b="67150"/>
          <a:stretch/>
        </p:blipFill>
        <p:spPr>
          <a:xfrm>
            <a:off x="0" y="0"/>
            <a:ext cx="20104100" cy="3714900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2"/>
          <p:cNvSpPr>
            <a:spLocks noGrp="1"/>
          </p:cNvSpPr>
          <p:nvPr>
            <p:ph type="pic" idx="2"/>
          </p:nvPr>
        </p:nvSpPr>
        <p:spPr>
          <a:xfrm>
            <a:off x="3894110" y="4376231"/>
            <a:ext cx="3114300" cy="31125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23" name="Google Shape;123;p12"/>
          <p:cNvSpPr>
            <a:spLocks noGrp="1"/>
          </p:cNvSpPr>
          <p:nvPr>
            <p:ph type="pic" idx="3"/>
          </p:nvPr>
        </p:nvSpPr>
        <p:spPr>
          <a:xfrm>
            <a:off x="8494910" y="4376231"/>
            <a:ext cx="3114300" cy="31125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24" name="Google Shape;124;p12"/>
          <p:cNvSpPr>
            <a:spLocks noGrp="1"/>
          </p:cNvSpPr>
          <p:nvPr>
            <p:ph type="pic" idx="4"/>
          </p:nvPr>
        </p:nvSpPr>
        <p:spPr>
          <a:xfrm>
            <a:off x="13095710" y="4376231"/>
            <a:ext cx="3114300" cy="31125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25" name="Google Shape;125;p12"/>
          <p:cNvSpPr txBox="1">
            <a:spLocks noGrp="1"/>
          </p:cNvSpPr>
          <p:nvPr>
            <p:ph type="body" idx="1"/>
          </p:nvPr>
        </p:nvSpPr>
        <p:spPr>
          <a:xfrm>
            <a:off x="3588075" y="7968850"/>
            <a:ext cx="3720600" cy="60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409575" algn="ctr">
              <a:spcBef>
                <a:spcPts val="0"/>
              </a:spcBef>
              <a:spcAft>
                <a:spcPts val="0"/>
              </a:spcAft>
              <a:buSzPts val="2850"/>
              <a:buFont typeface="Inter"/>
              <a:buChar char="●"/>
              <a:defRPr sz="2850" b="1">
                <a:latin typeface="Inter"/>
                <a:ea typeface="Inter"/>
                <a:cs typeface="Inter"/>
                <a:sym typeface="Inter"/>
              </a:defRPr>
            </a:lvl1pPr>
            <a:lvl2pPr marL="914400" lvl="1" indent="-409575" algn="ctr">
              <a:spcBef>
                <a:spcPts val="0"/>
              </a:spcBef>
              <a:spcAft>
                <a:spcPts val="0"/>
              </a:spcAft>
              <a:buSzPts val="2850"/>
              <a:buFont typeface="Inter"/>
              <a:buChar char="○"/>
              <a:defRPr sz="2850" b="1">
                <a:latin typeface="Inter"/>
                <a:ea typeface="Inter"/>
                <a:cs typeface="Inter"/>
                <a:sym typeface="Inter"/>
              </a:defRPr>
            </a:lvl2pPr>
            <a:lvl3pPr marL="1371600" lvl="2" indent="-409575" algn="ctr">
              <a:spcBef>
                <a:spcPts val="0"/>
              </a:spcBef>
              <a:spcAft>
                <a:spcPts val="0"/>
              </a:spcAft>
              <a:buSzPts val="2850"/>
              <a:buFont typeface="Inter"/>
              <a:buChar char="■"/>
              <a:defRPr sz="2850" b="1">
                <a:latin typeface="Inter"/>
                <a:ea typeface="Inter"/>
                <a:cs typeface="Inter"/>
                <a:sym typeface="Inter"/>
              </a:defRPr>
            </a:lvl3pPr>
            <a:lvl4pPr marL="1828800" lvl="3" indent="-409575" algn="ctr">
              <a:spcBef>
                <a:spcPts val="0"/>
              </a:spcBef>
              <a:spcAft>
                <a:spcPts val="0"/>
              </a:spcAft>
              <a:buSzPts val="2850"/>
              <a:buFont typeface="Inter"/>
              <a:buChar char="●"/>
              <a:defRPr sz="2850" b="1">
                <a:latin typeface="Inter"/>
                <a:ea typeface="Inter"/>
                <a:cs typeface="Inter"/>
                <a:sym typeface="Inter"/>
              </a:defRPr>
            </a:lvl4pPr>
            <a:lvl5pPr marL="2286000" lvl="4" indent="-409575" algn="ctr">
              <a:spcBef>
                <a:spcPts val="0"/>
              </a:spcBef>
              <a:spcAft>
                <a:spcPts val="0"/>
              </a:spcAft>
              <a:buSzPts val="2850"/>
              <a:buFont typeface="Inter"/>
              <a:buChar char="○"/>
              <a:defRPr sz="2850" b="1">
                <a:latin typeface="Inter"/>
                <a:ea typeface="Inter"/>
                <a:cs typeface="Inter"/>
                <a:sym typeface="Inter"/>
              </a:defRPr>
            </a:lvl5pPr>
            <a:lvl6pPr marL="2743200" lvl="5" indent="-409575" algn="ctr">
              <a:spcBef>
                <a:spcPts val="0"/>
              </a:spcBef>
              <a:spcAft>
                <a:spcPts val="0"/>
              </a:spcAft>
              <a:buSzPts val="2850"/>
              <a:buFont typeface="Inter"/>
              <a:buChar char="■"/>
              <a:defRPr sz="2850" b="1">
                <a:latin typeface="Inter"/>
                <a:ea typeface="Inter"/>
                <a:cs typeface="Inter"/>
                <a:sym typeface="Inter"/>
              </a:defRPr>
            </a:lvl6pPr>
            <a:lvl7pPr marL="3200400" lvl="6" indent="-409575" algn="ctr">
              <a:spcBef>
                <a:spcPts val="0"/>
              </a:spcBef>
              <a:spcAft>
                <a:spcPts val="0"/>
              </a:spcAft>
              <a:buSzPts val="2850"/>
              <a:buFont typeface="Inter"/>
              <a:buChar char="●"/>
              <a:defRPr sz="2850" b="1">
                <a:latin typeface="Inter"/>
                <a:ea typeface="Inter"/>
                <a:cs typeface="Inter"/>
                <a:sym typeface="Inter"/>
              </a:defRPr>
            </a:lvl7pPr>
            <a:lvl8pPr marL="3657600" lvl="7" indent="-409575" algn="ctr">
              <a:spcBef>
                <a:spcPts val="0"/>
              </a:spcBef>
              <a:spcAft>
                <a:spcPts val="0"/>
              </a:spcAft>
              <a:buSzPts val="2850"/>
              <a:buFont typeface="Inter"/>
              <a:buChar char="○"/>
              <a:defRPr sz="2850" b="1">
                <a:latin typeface="Inter"/>
                <a:ea typeface="Inter"/>
                <a:cs typeface="Inter"/>
                <a:sym typeface="Inter"/>
              </a:defRPr>
            </a:lvl8pPr>
            <a:lvl9pPr marL="4114800" lvl="8" indent="-409575" algn="ctr">
              <a:spcBef>
                <a:spcPts val="0"/>
              </a:spcBef>
              <a:spcAft>
                <a:spcPts val="0"/>
              </a:spcAft>
              <a:buSzPts val="2850"/>
              <a:buFont typeface="Inter"/>
              <a:buChar char="■"/>
              <a:defRPr sz="2850" b="1"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126" name="Google Shape;126;p12"/>
          <p:cNvSpPr txBox="1">
            <a:spLocks noGrp="1"/>
          </p:cNvSpPr>
          <p:nvPr>
            <p:ph type="body" idx="5"/>
          </p:nvPr>
        </p:nvSpPr>
        <p:spPr>
          <a:xfrm>
            <a:off x="3588075" y="8572150"/>
            <a:ext cx="3720600" cy="168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65125" algn="ctr">
              <a:spcBef>
                <a:spcPts val="0"/>
              </a:spcBef>
              <a:spcAft>
                <a:spcPts val="0"/>
              </a:spcAft>
              <a:buSzPts val="2150"/>
              <a:buFont typeface="Inter"/>
              <a:buChar char="●"/>
              <a:defRPr sz="2150">
                <a:latin typeface="Inter"/>
                <a:ea typeface="Inter"/>
                <a:cs typeface="Inter"/>
                <a:sym typeface="Inter"/>
              </a:defRPr>
            </a:lvl1pPr>
            <a:lvl2pPr marL="914400" lvl="1" indent="-365125" algn="ctr">
              <a:spcBef>
                <a:spcPts val="0"/>
              </a:spcBef>
              <a:spcAft>
                <a:spcPts val="0"/>
              </a:spcAft>
              <a:buSzPts val="2150"/>
              <a:buFont typeface="Inter"/>
              <a:buChar char="○"/>
              <a:defRPr sz="2150">
                <a:latin typeface="Inter"/>
                <a:ea typeface="Inter"/>
                <a:cs typeface="Inter"/>
                <a:sym typeface="Inter"/>
              </a:defRPr>
            </a:lvl2pPr>
            <a:lvl3pPr marL="1371600" lvl="2" indent="-365125" algn="ctr">
              <a:spcBef>
                <a:spcPts val="0"/>
              </a:spcBef>
              <a:spcAft>
                <a:spcPts val="0"/>
              </a:spcAft>
              <a:buSzPts val="2150"/>
              <a:buFont typeface="Inter"/>
              <a:buChar char="■"/>
              <a:defRPr sz="2150">
                <a:latin typeface="Inter"/>
                <a:ea typeface="Inter"/>
                <a:cs typeface="Inter"/>
                <a:sym typeface="Inter"/>
              </a:defRPr>
            </a:lvl3pPr>
            <a:lvl4pPr marL="1828800" lvl="3" indent="-365125" algn="ctr">
              <a:spcBef>
                <a:spcPts val="0"/>
              </a:spcBef>
              <a:spcAft>
                <a:spcPts val="0"/>
              </a:spcAft>
              <a:buSzPts val="2150"/>
              <a:buFont typeface="Inter"/>
              <a:buChar char="●"/>
              <a:defRPr sz="2150">
                <a:latin typeface="Inter"/>
                <a:ea typeface="Inter"/>
                <a:cs typeface="Inter"/>
                <a:sym typeface="Inter"/>
              </a:defRPr>
            </a:lvl4pPr>
            <a:lvl5pPr marL="2286000" lvl="4" indent="-365125" algn="ctr">
              <a:spcBef>
                <a:spcPts val="0"/>
              </a:spcBef>
              <a:spcAft>
                <a:spcPts val="0"/>
              </a:spcAft>
              <a:buSzPts val="2150"/>
              <a:buFont typeface="Inter"/>
              <a:buChar char="○"/>
              <a:defRPr sz="2150">
                <a:latin typeface="Inter"/>
                <a:ea typeface="Inter"/>
                <a:cs typeface="Inter"/>
                <a:sym typeface="Inter"/>
              </a:defRPr>
            </a:lvl5pPr>
            <a:lvl6pPr marL="2743200" lvl="5" indent="-365125" algn="ctr">
              <a:spcBef>
                <a:spcPts val="0"/>
              </a:spcBef>
              <a:spcAft>
                <a:spcPts val="0"/>
              </a:spcAft>
              <a:buSzPts val="2150"/>
              <a:buFont typeface="Inter"/>
              <a:buChar char="■"/>
              <a:defRPr sz="2150">
                <a:latin typeface="Inter"/>
                <a:ea typeface="Inter"/>
                <a:cs typeface="Inter"/>
                <a:sym typeface="Inter"/>
              </a:defRPr>
            </a:lvl6pPr>
            <a:lvl7pPr marL="3200400" lvl="6" indent="-365125" algn="ctr">
              <a:spcBef>
                <a:spcPts val="0"/>
              </a:spcBef>
              <a:spcAft>
                <a:spcPts val="0"/>
              </a:spcAft>
              <a:buSzPts val="2150"/>
              <a:buFont typeface="Inter"/>
              <a:buChar char="●"/>
              <a:defRPr sz="2150">
                <a:latin typeface="Inter"/>
                <a:ea typeface="Inter"/>
                <a:cs typeface="Inter"/>
                <a:sym typeface="Inter"/>
              </a:defRPr>
            </a:lvl7pPr>
            <a:lvl8pPr marL="3657600" lvl="7" indent="-365125" algn="ctr">
              <a:spcBef>
                <a:spcPts val="0"/>
              </a:spcBef>
              <a:spcAft>
                <a:spcPts val="0"/>
              </a:spcAft>
              <a:buSzPts val="2150"/>
              <a:buFont typeface="Inter"/>
              <a:buChar char="○"/>
              <a:defRPr sz="2150">
                <a:latin typeface="Inter"/>
                <a:ea typeface="Inter"/>
                <a:cs typeface="Inter"/>
                <a:sym typeface="Inter"/>
              </a:defRPr>
            </a:lvl8pPr>
            <a:lvl9pPr marL="4114800" lvl="8" indent="-365125" algn="ctr">
              <a:spcBef>
                <a:spcPts val="0"/>
              </a:spcBef>
              <a:spcAft>
                <a:spcPts val="0"/>
              </a:spcAft>
              <a:buSzPts val="2150"/>
              <a:buFont typeface="Inter"/>
              <a:buChar char="■"/>
              <a:defRPr sz="2150"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127" name="Google Shape;127;p12"/>
          <p:cNvSpPr txBox="1">
            <a:spLocks noGrp="1"/>
          </p:cNvSpPr>
          <p:nvPr>
            <p:ph type="body" idx="6"/>
          </p:nvPr>
        </p:nvSpPr>
        <p:spPr>
          <a:xfrm>
            <a:off x="8191750" y="7968850"/>
            <a:ext cx="3720600" cy="60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409575" algn="ctr">
              <a:spcBef>
                <a:spcPts val="0"/>
              </a:spcBef>
              <a:spcAft>
                <a:spcPts val="0"/>
              </a:spcAft>
              <a:buSzPts val="2850"/>
              <a:buFont typeface="Inter"/>
              <a:buChar char="●"/>
              <a:defRPr sz="2850" b="1">
                <a:latin typeface="Inter"/>
                <a:ea typeface="Inter"/>
                <a:cs typeface="Inter"/>
                <a:sym typeface="Inter"/>
              </a:defRPr>
            </a:lvl1pPr>
            <a:lvl2pPr marL="914400" lvl="1" indent="-409575" algn="ctr">
              <a:spcBef>
                <a:spcPts val="0"/>
              </a:spcBef>
              <a:spcAft>
                <a:spcPts val="0"/>
              </a:spcAft>
              <a:buSzPts val="2850"/>
              <a:buFont typeface="Inter"/>
              <a:buChar char="○"/>
              <a:defRPr sz="2850" b="1">
                <a:latin typeface="Inter"/>
                <a:ea typeface="Inter"/>
                <a:cs typeface="Inter"/>
                <a:sym typeface="Inter"/>
              </a:defRPr>
            </a:lvl2pPr>
            <a:lvl3pPr marL="1371600" lvl="2" indent="-409575" algn="ctr">
              <a:spcBef>
                <a:spcPts val="0"/>
              </a:spcBef>
              <a:spcAft>
                <a:spcPts val="0"/>
              </a:spcAft>
              <a:buSzPts val="2850"/>
              <a:buFont typeface="Inter"/>
              <a:buChar char="■"/>
              <a:defRPr sz="2850" b="1">
                <a:latin typeface="Inter"/>
                <a:ea typeface="Inter"/>
                <a:cs typeface="Inter"/>
                <a:sym typeface="Inter"/>
              </a:defRPr>
            </a:lvl3pPr>
            <a:lvl4pPr marL="1828800" lvl="3" indent="-409575" algn="ctr">
              <a:spcBef>
                <a:spcPts val="0"/>
              </a:spcBef>
              <a:spcAft>
                <a:spcPts val="0"/>
              </a:spcAft>
              <a:buSzPts val="2850"/>
              <a:buFont typeface="Inter"/>
              <a:buChar char="●"/>
              <a:defRPr sz="2850" b="1">
                <a:latin typeface="Inter"/>
                <a:ea typeface="Inter"/>
                <a:cs typeface="Inter"/>
                <a:sym typeface="Inter"/>
              </a:defRPr>
            </a:lvl4pPr>
            <a:lvl5pPr marL="2286000" lvl="4" indent="-409575" algn="ctr">
              <a:spcBef>
                <a:spcPts val="0"/>
              </a:spcBef>
              <a:spcAft>
                <a:spcPts val="0"/>
              </a:spcAft>
              <a:buSzPts val="2850"/>
              <a:buFont typeface="Inter"/>
              <a:buChar char="○"/>
              <a:defRPr sz="2850" b="1">
                <a:latin typeface="Inter"/>
                <a:ea typeface="Inter"/>
                <a:cs typeface="Inter"/>
                <a:sym typeface="Inter"/>
              </a:defRPr>
            </a:lvl5pPr>
            <a:lvl6pPr marL="2743200" lvl="5" indent="-409575" algn="ctr">
              <a:spcBef>
                <a:spcPts val="0"/>
              </a:spcBef>
              <a:spcAft>
                <a:spcPts val="0"/>
              </a:spcAft>
              <a:buSzPts val="2850"/>
              <a:buFont typeface="Inter"/>
              <a:buChar char="■"/>
              <a:defRPr sz="2850" b="1">
                <a:latin typeface="Inter"/>
                <a:ea typeface="Inter"/>
                <a:cs typeface="Inter"/>
                <a:sym typeface="Inter"/>
              </a:defRPr>
            </a:lvl6pPr>
            <a:lvl7pPr marL="3200400" lvl="6" indent="-409575" algn="ctr">
              <a:spcBef>
                <a:spcPts val="0"/>
              </a:spcBef>
              <a:spcAft>
                <a:spcPts val="0"/>
              </a:spcAft>
              <a:buSzPts val="2850"/>
              <a:buFont typeface="Inter"/>
              <a:buChar char="●"/>
              <a:defRPr sz="2850" b="1">
                <a:latin typeface="Inter"/>
                <a:ea typeface="Inter"/>
                <a:cs typeface="Inter"/>
                <a:sym typeface="Inter"/>
              </a:defRPr>
            </a:lvl7pPr>
            <a:lvl8pPr marL="3657600" lvl="7" indent="-409575" algn="ctr">
              <a:spcBef>
                <a:spcPts val="0"/>
              </a:spcBef>
              <a:spcAft>
                <a:spcPts val="0"/>
              </a:spcAft>
              <a:buSzPts val="2850"/>
              <a:buFont typeface="Inter"/>
              <a:buChar char="○"/>
              <a:defRPr sz="2850" b="1">
                <a:latin typeface="Inter"/>
                <a:ea typeface="Inter"/>
                <a:cs typeface="Inter"/>
                <a:sym typeface="Inter"/>
              </a:defRPr>
            </a:lvl8pPr>
            <a:lvl9pPr marL="4114800" lvl="8" indent="-409575" algn="ctr">
              <a:spcBef>
                <a:spcPts val="0"/>
              </a:spcBef>
              <a:spcAft>
                <a:spcPts val="0"/>
              </a:spcAft>
              <a:buSzPts val="2850"/>
              <a:buFont typeface="Inter"/>
              <a:buChar char="■"/>
              <a:defRPr sz="2850" b="1"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128" name="Google Shape;128;p12"/>
          <p:cNvSpPr txBox="1">
            <a:spLocks noGrp="1"/>
          </p:cNvSpPr>
          <p:nvPr>
            <p:ph type="body" idx="7"/>
          </p:nvPr>
        </p:nvSpPr>
        <p:spPr>
          <a:xfrm>
            <a:off x="8191750" y="8572150"/>
            <a:ext cx="3720600" cy="168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65125" algn="ctr">
              <a:spcBef>
                <a:spcPts val="0"/>
              </a:spcBef>
              <a:spcAft>
                <a:spcPts val="0"/>
              </a:spcAft>
              <a:buSzPts val="2150"/>
              <a:buFont typeface="Inter"/>
              <a:buChar char="●"/>
              <a:defRPr sz="2150">
                <a:latin typeface="Inter"/>
                <a:ea typeface="Inter"/>
                <a:cs typeface="Inter"/>
                <a:sym typeface="Inter"/>
              </a:defRPr>
            </a:lvl1pPr>
            <a:lvl2pPr marL="914400" lvl="1" indent="-365125" algn="ctr">
              <a:spcBef>
                <a:spcPts val="0"/>
              </a:spcBef>
              <a:spcAft>
                <a:spcPts val="0"/>
              </a:spcAft>
              <a:buSzPts val="2150"/>
              <a:buFont typeface="Inter"/>
              <a:buChar char="○"/>
              <a:defRPr sz="2150">
                <a:latin typeface="Inter"/>
                <a:ea typeface="Inter"/>
                <a:cs typeface="Inter"/>
                <a:sym typeface="Inter"/>
              </a:defRPr>
            </a:lvl2pPr>
            <a:lvl3pPr marL="1371600" lvl="2" indent="-365125" algn="ctr">
              <a:spcBef>
                <a:spcPts val="0"/>
              </a:spcBef>
              <a:spcAft>
                <a:spcPts val="0"/>
              </a:spcAft>
              <a:buSzPts val="2150"/>
              <a:buFont typeface="Inter"/>
              <a:buChar char="■"/>
              <a:defRPr sz="2150">
                <a:latin typeface="Inter"/>
                <a:ea typeface="Inter"/>
                <a:cs typeface="Inter"/>
                <a:sym typeface="Inter"/>
              </a:defRPr>
            </a:lvl3pPr>
            <a:lvl4pPr marL="1828800" lvl="3" indent="-365125" algn="ctr">
              <a:spcBef>
                <a:spcPts val="0"/>
              </a:spcBef>
              <a:spcAft>
                <a:spcPts val="0"/>
              </a:spcAft>
              <a:buSzPts val="2150"/>
              <a:buFont typeface="Inter"/>
              <a:buChar char="●"/>
              <a:defRPr sz="2150">
                <a:latin typeface="Inter"/>
                <a:ea typeface="Inter"/>
                <a:cs typeface="Inter"/>
                <a:sym typeface="Inter"/>
              </a:defRPr>
            </a:lvl4pPr>
            <a:lvl5pPr marL="2286000" lvl="4" indent="-365125" algn="ctr">
              <a:spcBef>
                <a:spcPts val="0"/>
              </a:spcBef>
              <a:spcAft>
                <a:spcPts val="0"/>
              </a:spcAft>
              <a:buSzPts val="2150"/>
              <a:buFont typeface="Inter"/>
              <a:buChar char="○"/>
              <a:defRPr sz="2150">
                <a:latin typeface="Inter"/>
                <a:ea typeface="Inter"/>
                <a:cs typeface="Inter"/>
                <a:sym typeface="Inter"/>
              </a:defRPr>
            </a:lvl5pPr>
            <a:lvl6pPr marL="2743200" lvl="5" indent="-365125" algn="ctr">
              <a:spcBef>
                <a:spcPts val="0"/>
              </a:spcBef>
              <a:spcAft>
                <a:spcPts val="0"/>
              </a:spcAft>
              <a:buSzPts val="2150"/>
              <a:buFont typeface="Inter"/>
              <a:buChar char="■"/>
              <a:defRPr sz="2150">
                <a:latin typeface="Inter"/>
                <a:ea typeface="Inter"/>
                <a:cs typeface="Inter"/>
                <a:sym typeface="Inter"/>
              </a:defRPr>
            </a:lvl6pPr>
            <a:lvl7pPr marL="3200400" lvl="6" indent="-365125" algn="ctr">
              <a:spcBef>
                <a:spcPts val="0"/>
              </a:spcBef>
              <a:spcAft>
                <a:spcPts val="0"/>
              </a:spcAft>
              <a:buSzPts val="2150"/>
              <a:buFont typeface="Inter"/>
              <a:buChar char="●"/>
              <a:defRPr sz="2150">
                <a:latin typeface="Inter"/>
                <a:ea typeface="Inter"/>
                <a:cs typeface="Inter"/>
                <a:sym typeface="Inter"/>
              </a:defRPr>
            </a:lvl7pPr>
            <a:lvl8pPr marL="3657600" lvl="7" indent="-365125" algn="ctr">
              <a:spcBef>
                <a:spcPts val="0"/>
              </a:spcBef>
              <a:spcAft>
                <a:spcPts val="0"/>
              </a:spcAft>
              <a:buSzPts val="2150"/>
              <a:buFont typeface="Inter"/>
              <a:buChar char="○"/>
              <a:defRPr sz="2150">
                <a:latin typeface="Inter"/>
                <a:ea typeface="Inter"/>
                <a:cs typeface="Inter"/>
                <a:sym typeface="Inter"/>
              </a:defRPr>
            </a:lvl8pPr>
            <a:lvl9pPr marL="4114800" lvl="8" indent="-365125" algn="ctr">
              <a:spcBef>
                <a:spcPts val="0"/>
              </a:spcBef>
              <a:spcAft>
                <a:spcPts val="0"/>
              </a:spcAft>
              <a:buSzPts val="2150"/>
              <a:buFont typeface="Inter"/>
              <a:buChar char="■"/>
              <a:defRPr sz="2150"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129" name="Google Shape;129;p12"/>
          <p:cNvSpPr txBox="1">
            <a:spLocks noGrp="1"/>
          </p:cNvSpPr>
          <p:nvPr>
            <p:ph type="body" idx="8"/>
          </p:nvPr>
        </p:nvSpPr>
        <p:spPr>
          <a:xfrm>
            <a:off x="12795413" y="7968850"/>
            <a:ext cx="3720600" cy="60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409575" algn="ctr">
              <a:spcBef>
                <a:spcPts val="0"/>
              </a:spcBef>
              <a:spcAft>
                <a:spcPts val="0"/>
              </a:spcAft>
              <a:buSzPts val="2850"/>
              <a:buFont typeface="Inter"/>
              <a:buChar char="●"/>
              <a:defRPr sz="2850" b="1">
                <a:latin typeface="Inter"/>
                <a:ea typeface="Inter"/>
                <a:cs typeface="Inter"/>
                <a:sym typeface="Inter"/>
              </a:defRPr>
            </a:lvl1pPr>
            <a:lvl2pPr marL="914400" lvl="1" indent="-409575" algn="ctr">
              <a:spcBef>
                <a:spcPts val="0"/>
              </a:spcBef>
              <a:spcAft>
                <a:spcPts val="0"/>
              </a:spcAft>
              <a:buSzPts val="2850"/>
              <a:buFont typeface="Inter"/>
              <a:buChar char="○"/>
              <a:defRPr sz="2850" b="1">
                <a:latin typeface="Inter"/>
                <a:ea typeface="Inter"/>
                <a:cs typeface="Inter"/>
                <a:sym typeface="Inter"/>
              </a:defRPr>
            </a:lvl2pPr>
            <a:lvl3pPr marL="1371600" lvl="2" indent="-409575" algn="ctr">
              <a:spcBef>
                <a:spcPts val="0"/>
              </a:spcBef>
              <a:spcAft>
                <a:spcPts val="0"/>
              </a:spcAft>
              <a:buSzPts val="2850"/>
              <a:buFont typeface="Inter"/>
              <a:buChar char="■"/>
              <a:defRPr sz="2850" b="1">
                <a:latin typeface="Inter"/>
                <a:ea typeface="Inter"/>
                <a:cs typeface="Inter"/>
                <a:sym typeface="Inter"/>
              </a:defRPr>
            </a:lvl3pPr>
            <a:lvl4pPr marL="1828800" lvl="3" indent="-409575" algn="ctr">
              <a:spcBef>
                <a:spcPts val="0"/>
              </a:spcBef>
              <a:spcAft>
                <a:spcPts val="0"/>
              </a:spcAft>
              <a:buSzPts val="2850"/>
              <a:buFont typeface="Inter"/>
              <a:buChar char="●"/>
              <a:defRPr sz="2850" b="1">
                <a:latin typeface="Inter"/>
                <a:ea typeface="Inter"/>
                <a:cs typeface="Inter"/>
                <a:sym typeface="Inter"/>
              </a:defRPr>
            </a:lvl4pPr>
            <a:lvl5pPr marL="2286000" lvl="4" indent="-409575" algn="ctr">
              <a:spcBef>
                <a:spcPts val="0"/>
              </a:spcBef>
              <a:spcAft>
                <a:spcPts val="0"/>
              </a:spcAft>
              <a:buSzPts val="2850"/>
              <a:buFont typeface="Inter"/>
              <a:buChar char="○"/>
              <a:defRPr sz="2850" b="1">
                <a:latin typeface="Inter"/>
                <a:ea typeface="Inter"/>
                <a:cs typeface="Inter"/>
                <a:sym typeface="Inter"/>
              </a:defRPr>
            </a:lvl5pPr>
            <a:lvl6pPr marL="2743200" lvl="5" indent="-409575" algn="ctr">
              <a:spcBef>
                <a:spcPts val="0"/>
              </a:spcBef>
              <a:spcAft>
                <a:spcPts val="0"/>
              </a:spcAft>
              <a:buSzPts val="2850"/>
              <a:buFont typeface="Inter"/>
              <a:buChar char="■"/>
              <a:defRPr sz="2850" b="1">
                <a:latin typeface="Inter"/>
                <a:ea typeface="Inter"/>
                <a:cs typeface="Inter"/>
                <a:sym typeface="Inter"/>
              </a:defRPr>
            </a:lvl6pPr>
            <a:lvl7pPr marL="3200400" lvl="6" indent="-409575" algn="ctr">
              <a:spcBef>
                <a:spcPts val="0"/>
              </a:spcBef>
              <a:spcAft>
                <a:spcPts val="0"/>
              </a:spcAft>
              <a:buSzPts val="2850"/>
              <a:buFont typeface="Inter"/>
              <a:buChar char="●"/>
              <a:defRPr sz="2850" b="1">
                <a:latin typeface="Inter"/>
                <a:ea typeface="Inter"/>
                <a:cs typeface="Inter"/>
                <a:sym typeface="Inter"/>
              </a:defRPr>
            </a:lvl7pPr>
            <a:lvl8pPr marL="3657600" lvl="7" indent="-409575" algn="ctr">
              <a:spcBef>
                <a:spcPts val="0"/>
              </a:spcBef>
              <a:spcAft>
                <a:spcPts val="0"/>
              </a:spcAft>
              <a:buSzPts val="2850"/>
              <a:buFont typeface="Inter"/>
              <a:buChar char="○"/>
              <a:defRPr sz="2850" b="1">
                <a:latin typeface="Inter"/>
                <a:ea typeface="Inter"/>
                <a:cs typeface="Inter"/>
                <a:sym typeface="Inter"/>
              </a:defRPr>
            </a:lvl8pPr>
            <a:lvl9pPr marL="4114800" lvl="8" indent="-409575" algn="ctr">
              <a:spcBef>
                <a:spcPts val="0"/>
              </a:spcBef>
              <a:spcAft>
                <a:spcPts val="0"/>
              </a:spcAft>
              <a:buSzPts val="2850"/>
              <a:buFont typeface="Inter"/>
              <a:buChar char="■"/>
              <a:defRPr sz="2850" b="1"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130" name="Google Shape;130;p12"/>
          <p:cNvSpPr txBox="1">
            <a:spLocks noGrp="1"/>
          </p:cNvSpPr>
          <p:nvPr>
            <p:ph type="body" idx="9"/>
          </p:nvPr>
        </p:nvSpPr>
        <p:spPr>
          <a:xfrm>
            <a:off x="12795413" y="8572150"/>
            <a:ext cx="3720600" cy="168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65125" algn="ctr">
              <a:spcBef>
                <a:spcPts val="0"/>
              </a:spcBef>
              <a:spcAft>
                <a:spcPts val="0"/>
              </a:spcAft>
              <a:buSzPts val="2150"/>
              <a:buFont typeface="Inter"/>
              <a:buChar char="●"/>
              <a:defRPr sz="2150">
                <a:latin typeface="Inter"/>
                <a:ea typeface="Inter"/>
                <a:cs typeface="Inter"/>
                <a:sym typeface="Inter"/>
              </a:defRPr>
            </a:lvl1pPr>
            <a:lvl2pPr marL="914400" lvl="1" indent="-365125" algn="ctr">
              <a:spcBef>
                <a:spcPts val="0"/>
              </a:spcBef>
              <a:spcAft>
                <a:spcPts val="0"/>
              </a:spcAft>
              <a:buSzPts val="2150"/>
              <a:buFont typeface="Inter"/>
              <a:buChar char="○"/>
              <a:defRPr sz="2150">
                <a:latin typeface="Inter"/>
                <a:ea typeface="Inter"/>
                <a:cs typeface="Inter"/>
                <a:sym typeface="Inter"/>
              </a:defRPr>
            </a:lvl2pPr>
            <a:lvl3pPr marL="1371600" lvl="2" indent="-365125" algn="ctr">
              <a:spcBef>
                <a:spcPts val="0"/>
              </a:spcBef>
              <a:spcAft>
                <a:spcPts val="0"/>
              </a:spcAft>
              <a:buSzPts val="2150"/>
              <a:buFont typeface="Inter"/>
              <a:buChar char="■"/>
              <a:defRPr sz="2150">
                <a:latin typeface="Inter"/>
                <a:ea typeface="Inter"/>
                <a:cs typeface="Inter"/>
                <a:sym typeface="Inter"/>
              </a:defRPr>
            </a:lvl3pPr>
            <a:lvl4pPr marL="1828800" lvl="3" indent="-365125" algn="ctr">
              <a:spcBef>
                <a:spcPts val="0"/>
              </a:spcBef>
              <a:spcAft>
                <a:spcPts val="0"/>
              </a:spcAft>
              <a:buSzPts val="2150"/>
              <a:buFont typeface="Inter"/>
              <a:buChar char="●"/>
              <a:defRPr sz="2150">
                <a:latin typeface="Inter"/>
                <a:ea typeface="Inter"/>
                <a:cs typeface="Inter"/>
                <a:sym typeface="Inter"/>
              </a:defRPr>
            </a:lvl4pPr>
            <a:lvl5pPr marL="2286000" lvl="4" indent="-365125" algn="ctr">
              <a:spcBef>
                <a:spcPts val="0"/>
              </a:spcBef>
              <a:spcAft>
                <a:spcPts val="0"/>
              </a:spcAft>
              <a:buSzPts val="2150"/>
              <a:buFont typeface="Inter"/>
              <a:buChar char="○"/>
              <a:defRPr sz="2150">
                <a:latin typeface="Inter"/>
                <a:ea typeface="Inter"/>
                <a:cs typeface="Inter"/>
                <a:sym typeface="Inter"/>
              </a:defRPr>
            </a:lvl5pPr>
            <a:lvl6pPr marL="2743200" lvl="5" indent="-365125" algn="ctr">
              <a:spcBef>
                <a:spcPts val="0"/>
              </a:spcBef>
              <a:spcAft>
                <a:spcPts val="0"/>
              </a:spcAft>
              <a:buSzPts val="2150"/>
              <a:buFont typeface="Inter"/>
              <a:buChar char="■"/>
              <a:defRPr sz="2150">
                <a:latin typeface="Inter"/>
                <a:ea typeface="Inter"/>
                <a:cs typeface="Inter"/>
                <a:sym typeface="Inter"/>
              </a:defRPr>
            </a:lvl6pPr>
            <a:lvl7pPr marL="3200400" lvl="6" indent="-365125" algn="ctr">
              <a:spcBef>
                <a:spcPts val="0"/>
              </a:spcBef>
              <a:spcAft>
                <a:spcPts val="0"/>
              </a:spcAft>
              <a:buSzPts val="2150"/>
              <a:buFont typeface="Inter"/>
              <a:buChar char="●"/>
              <a:defRPr sz="2150">
                <a:latin typeface="Inter"/>
                <a:ea typeface="Inter"/>
                <a:cs typeface="Inter"/>
                <a:sym typeface="Inter"/>
              </a:defRPr>
            </a:lvl7pPr>
            <a:lvl8pPr marL="3657600" lvl="7" indent="-365125" algn="ctr">
              <a:spcBef>
                <a:spcPts val="0"/>
              </a:spcBef>
              <a:spcAft>
                <a:spcPts val="0"/>
              </a:spcAft>
              <a:buSzPts val="2150"/>
              <a:buFont typeface="Inter"/>
              <a:buChar char="○"/>
              <a:defRPr sz="2150">
                <a:latin typeface="Inter"/>
                <a:ea typeface="Inter"/>
                <a:cs typeface="Inter"/>
                <a:sym typeface="Inter"/>
              </a:defRPr>
            </a:lvl8pPr>
            <a:lvl9pPr marL="4114800" lvl="8" indent="-365125" algn="ctr">
              <a:spcBef>
                <a:spcPts val="0"/>
              </a:spcBef>
              <a:spcAft>
                <a:spcPts val="0"/>
              </a:spcAft>
              <a:buSzPts val="2150"/>
              <a:buFont typeface="Inter"/>
              <a:buChar char="■"/>
              <a:defRPr sz="2150"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131" name="Google Shape;131;p12"/>
          <p:cNvSpPr txBox="1">
            <a:spLocks noGrp="1"/>
          </p:cNvSpPr>
          <p:nvPr>
            <p:ph type="body" idx="13"/>
          </p:nvPr>
        </p:nvSpPr>
        <p:spPr>
          <a:xfrm>
            <a:off x="1717600" y="2093125"/>
            <a:ext cx="16668900" cy="77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65125" algn="ctr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2150"/>
              <a:buFont typeface="Inter"/>
              <a:buChar char="●"/>
              <a:defRPr sz="2150" b="1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defRPr>
            </a:lvl1pPr>
            <a:lvl2pPr marL="914400" lvl="1" indent="-365125" algn="ctr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2150"/>
              <a:buFont typeface="Inter"/>
              <a:buChar char="○"/>
              <a:defRPr sz="2150" b="1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371600" lvl="2" indent="-365125" algn="ctr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2150"/>
              <a:buFont typeface="Inter"/>
              <a:buChar char="■"/>
              <a:defRPr sz="2150" b="1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1828800" lvl="3" indent="-365125" algn="ctr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2150"/>
              <a:buFont typeface="Inter"/>
              <a:buChar char="●"/>
              <a:defRPr sz="2150" b="1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2286000" lvl="4" indent="-365125" algn="ctr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2150"/>
              <a:buFont typeface="Inter"/>
              <a:buChar char="○"/>
              <a:defRPr sz="2150" b="1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2743200" lvl="5" indent="-365125" algn="ctr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2150"/>
              <a:buFont typeface="Inter"/>
              <a:buChar char="■"/>
              <a:defRPr sz="2150" b="1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3200400" lvl="6" indent="-365125" algn="ctr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2150"/>
              <a:buFont typeface="Inter"/>
              <a:buChar char="●"/>
              <a:defRPr sz="2150" b="1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3657600" lvl="7" indent="-365125" algn="ctr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2150"/>
              <a:buFont typeface="Inter"/>
              <a:buChar char="○"/>
              <a:defRPr sz="2150" b="1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4114800" lvl="8" indent="-365125" algn="ctr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2150"/>
              <a:buFont typeface="Inter"/>
              <a:buChar char="■"/>
              <a:defRPr sz="2150" b="1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132" name="Google Shape;132;p12"/>
          <p:cNvSpPr txBox="1">
            <a:spLocks noGrp="1"/>
          </p:cNvSpPr>
          <p:nvPr>
            <p:ph type="title"/>
          </p:nvPr>
        </p:nvSpPr>
        <p:spPr>
          <a:xfrm>
            <a:off x="1717600" y="979200"/>
            <a:ext cx="16668900" cy="94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6000"/>
              <a:buFont typeface="Inter"/>
              <a:buNone/>
              <a:defRPr sz="6000" b="1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6000"/>
              <a:buFont typeface="Inter"/>
              <a:buNone/>
              <a:defRPr sz="6000" b="1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6000"/>
              <a:buFont typeface="Inter"/>
              <a:buNone/>
              <a:defRPr sz="6000" b="1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6000"/>
              <a:buFont typeface="Inter"/>
              <a:buNone/>
              <a:defRPr sz="6000" b="1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6000"/>
              <a:buFont typeface="Inter"/>
              <a:buNone/>
              <a:defRPr sz="6000" b="1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6000"/>
              <a:buFont typeface="Inter"/>
              <a:buNone/>
              <a:defRPr sz="6000" b="1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6000"/>
              <a:buFont typeface="Inter"/>
              <a:buNone/>
              <a:defRPr sz="6000" b="1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6000"/>
              <a:buFont typeface="Inter"/>
              <a:buNone/>
              <a:defRPr sz="6000" b="1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6000"/>
              <a:buFont typeface="Inter"/>
              <a:buNone/>
              <a:defRPr sz="6000" b="1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slide">
  <p:cSld name="CUSTOM_4"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4" name="Google Shape;134;p13" title="Artboard 21@300x-100.jp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3"/>
          <p:cNvSpPr txBox="1">
            <a:spLocks noGrp="1"/>
          </p:cNvSpPr>
          <p:nvPr>
            <p:ph type="title"/>
          </p:nvPr>
        </p:nvSpPr>
        <p:spPr>
          <a:xfrm>
            <a:off x="1039150" y="927450"/>
            <a:ext cx="14315400" cy="101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6000"/>
              <a:buFont typeface="Inter"/>
              <a:buNone/>
              <a:defRPr sz="6000" b="1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6000"/>
              <a:buFont typeface="Inter"/>
              <a:buNone/>
              <a:defRPr sz="6000" b="1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6000"/>
              <a:buFont typeface="Inter"/>
              <a:buNone/>
              <a:defRPr sz="6000" b="1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6000"/>
              <a:buFont typeface="Inter"/>
              <a:buNone/>
              <a:defRPr sz="6000" b="1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6000"/>
              <a:buFont typeface="Inter"/>
              <a:buNone/>
              <a:defRPr sz="6000" b="1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6000"/>
              <a:buFont typeface="Inter"/>
              <a:buNone/>
              <a:defRPr sz="6000" b="1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6000"/>
              <a:buFont typeface="Inter"/>
              <a:buNone/>
              <a:defRPr sz="6000" b="1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6000"/>
              <a:buFont typeface="Inter"/>
              <a:buNone/>
              <a:defRPr sz="6000" b="1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6000"/>
              <a:buFont typeface="Inter"/>
              <a:buNone/>
              <a:defRPr sz="6000" b="1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136" name="Google Shape;136;p13"/>
          <p:cNvSpPr txBox="1">
            <a:spLocks noGrp="1"/>
          </p:cNvSpPr>
          <p:nvPr>
            <p:ph type="body" idx="1"/>
          </p:nvPr>
        </p:nvSpPr>
        <p:spPr>
          <a:xfrm>
            <a:off x="1191550" y="2443950"/>
            <a:ext cx="2495400" cy="398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65125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2150"/>
              <a:buFont typeface="Inter"/>
              <a:buChar char="●"/>
              <a:defRPr sz="2150" b="1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defRPr>
            </a:lvl1pPr>
            <a:lvl2pPr marL="914400" lvl="1" indent="-365125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2150"/>
              <a:buFont typeface="Inter"/>
              <a:buChar char="○"/>
              <a:defRPr sz="2150" b="1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371600" lvl="2" indent="-365125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2150"/>
              <a:buFont typeface="Inter"/>
              <a:buChar char="■"/>
              <a:defRPr sz="2150" b="1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1828800" lvl="3" indent="-365125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2150"/>
              <a:buFont typeface="Inter"/>
              <a:buChar char="●"/>
              <a:defRPr sz="2150" b="1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2286000" lvl="4" indent="-365125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2150"/>
              <a:buFont typeface="Inter"/>
              <a:buChar char="○"/>
              <a:defRPr sz="2150" b="1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2743200" lvl="5" indent="-365125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2150"/>
              <a:buFont typeface="Inter"/>
              <a:buChar char="■"/>
              <a:defRPr sz="2150" b="1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3200400" lvl="6" indent="-365125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2150"/>
              <a:buFont typeface="Inter"/>
              <a:buChar char="●"/>
              <a:defRPr sz="2150" b="1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3657600" lvl="7" indent="-365125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2150"/>
              <a:buFont typeface="Inter"/>
              <a:buChar char="○"/>
              <a:defRPr sz="2150" b="1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4114800" lvl="8" indent="-365125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2150"/>
              <a:buFont typeface="Inter"/>
              <a:buChar char="■"/>
              <a:defRPr sz="2150" b="1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137" name="Google Shape;137;p13"/>
          <p:cNvSpPr txBox="1">
            <a:spLocks noGrp="1"/>
          </p:cNvSpPr>
          <p:nvPr>
            <p:ph type="body" idx="2"/>
          </p:nvPr>
        </p:nvSpPr>
        <p:spPr>
          <a:xfrm>
            <a:off x="4419775" y="4987351"/>
            <a:ext cx="3276600" cy="56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409575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2850"/>
              <a:buFont typeface="Inter"/>
              <a:buChar char="●"/>
              <a:defRPr sz="2850" b="1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defRPr>
            </a:lvl1pPr>
            <a:lvl2pPr marL="914400" lvl="1" indent="-409575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2850"/>
              <a:buFont typeface="Inter"/>
              <a:buChar char="○"/>
              <a:defRPr sz="2850" b="1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371600" lvl="2" indent="-409575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2850"/>
              <a:buFont typeface="Inter"/>
              <a:buChar char="■"/>
              <a:defRPr sz="2850" b="1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1828800" lvl="3" indent="-409575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2850"/>
              <a:buFont typeface="Inter"/>
              <a:buChar char="●"/>
              <a:defRPr sz="2850" b="1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2286000" lvl="4" indent="-409575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2850"/>
              <a:buFont typeface="Inter"/>
              <a:buChar char="○"/>
              <a:defRPr sz="2850" b="1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2743200" lvl="5" indent="-409575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2850"/>
              <a:buFont typeface="Inter"/>
              <a:buChar char="■"/>
              <a:defRPr sz="2850" b="1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3200400" lvl="6" indent="-409575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2850"/>
              <a:buFont typeface="Inter"/>
              <a:buChar char="●"/>
              <a:defRPr sz="2850" b="1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3657600" lvl="7" indent="-409575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2850"/>
              <a:buFont typeface="Inter"/>
              <a:buChar char="○"/>
              <a:defRPr sz="2850" b="1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4114800" lvl="8" indent="-409575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2850"/>
              <a:buFont typeface="Inter"/>
              <a:buChar char="■"/>
              <a:defRPr sz="2850" b="1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138" name="Google Shape;138;p13"/>
          <p:cNvSpPr txBox="1">
            <a:spLocks noGrp="1"/>
          </p:cNvSpPr>
          <p:nvPr>
            <p:ph type="body" idx="3"/>
          </p:nvPr>
        </p:nvSpPr>
        <p:spPr>
          <a:xfrm>
            <a:off x="4419775" y="5778400"/>
            <a:ext cx="3276600" cy="262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65125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2150"/>
              <a:buFont typeface="Inter"/>
              <a:buChar char="●"/>
              <a:defRPr sz="2150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defRPr>
            </a:lvl1pPr>
            <a:lvl2pPr marL="914400" lvl="1" indent="-365125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2150"/>
              <a:buFont typeface="Inter"/>
              <a:buChar char="○"/>
              <a:defRPr sz="2150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371600" lvl="2" indent="-365125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2150"/>
              <a:buFont typeface="Inter"/>
              <a:buChar char="■"/>
              <a:defRPr sz="2150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1828800" lvl="3" indent="-365125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2150"/>
              <a:buFont typeface="Inter"/>
              <a:buChar char="●"/>
              <a:defRPr sz="2150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2286000" lvl="4" indent="-365125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2150"/>
              <a:buFont typeface="Inter"/>
              <a:buChar char="○"/>
              <a:defRPr sz="2150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2743200" lvl="5" indent="-365125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2150"/>
              <a:buFont typeface="Inter"/>
              <a:buChar char="■"/>
              <a:defRPr sz="2150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3200400" lvl="6" indent="-365125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2150"/>
              <a:buFont typeface="Inter"/>
              <a:buChar char="●"/>
              <a:defRPr sz="2150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3657600" lvl="7" indent="-365125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2150"/>
              <a:buFont typeface="Inter"/>
              <a:buChar char="○"/>
              <a:defRPr sz="2150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4114800" lvl="8" indent="-365125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2150"/>
              <a:buFont typeface="Inter"/>
              <a:buChar char="■"/>
              <a:defRPr sz="2150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139" name="Google Shape;139;p13"/>
          <p:cNvSpPr txBox="1">
            <a:spLocks noGrp="1"/>
          </p:cNvSpPr>
          <p:nvPr>
            <p:ph type="body" idx="4"/>
          </p:nvPr>
        </p:nvSpPr>
        <p:spPr>
          <a:xfrm>
            <a:off x="8328238" y="4156201"/>
            <a:ext cx="3276600" cy="56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409575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2850"/>
              <a:buFont typeface="Inter"/>
              <a:buChar char="●"/>
              <a:defRPr sz="2850" b="1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defRPr>
            </a:lvl1pPr>
            <a:lvl2pPr marL="914400" lvl="1" indent="-409575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2850"/>
              <a:buFont typeface="Inter"/>
              <a:buChar char="○"/>
              <a:defRPr sz="2850" b="1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371600" lvl="2" indent="-409575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2850"/>
              <a:buFont typeface="Inter"/>
              <a:buChar char="■"/>
              <a:defRPr sz="2850" b="1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1828800" lvl="3" indent="-409575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2850"/>
              <a:buFont typeface="Inter"/>
              <a:buChar char="●"/>
              <a:defRPr sz="2850" b="1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2286000" lvl="4" indent="-409575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2850"/>
              <a:buFont typeface="Inter"/>
              <a:buChar char="○"/>
              <a:defRPr sz="2850" b="1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2743200" lvl="5" indent="-409575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2850"/>
              <a:buFont typeface="Inter"/>
              <a:buChar char="■"/>
              <a:defRPr sz="2850" b="1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3200400" lvl="6" indent="-409575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2850"/>
              <a:buFont typeface="Inter"/>
              <a:buChar char="●"/>
              <a:defRPr sz="2850" b="1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3657600" lvl="7" indent="-409575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2850"/>
              <a:buFont typeface="Inter"/>
              <a:buChar char="○"/>
              <a:defRPr sz="2850" b="1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4114800" lvl="8" indent="-409575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2850"/>
              <a:buFont typeface="Inter"/>
              <a:buChar char="■"/>
              <a:defRPr sz="2850" b="1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140" name="Google Shape;140;p13"/>
          <p:cNvSpPr txBox="1">
            <a:spLocks noGrp="1"/>
          </p:cNvSpPr>
          <p:nvPr>
            <p:ph type="body" idx="5"/>
          </p:nvPr>
        </p:nvSpPr>
        <p:spPr>
          <a:xfrm>
            <a:off x="8328238" y="4947250"/>
            <a:ext cx="3276600" cy="262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65125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2150"/>
              <a:buFont typeface="Inter"/>
              <a:buChar char="●"/>
              <a:defRPr sz="2150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defRPr>
            </a:lvl1pPr>
            <a:lvl2pPr marL="914400" lvl="1" indent="-365125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2150"/>
              <a:buFont typeface="Inter"/>
              <a:buChar char="○"/>
              <a:defRPr sz="2150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371600" lvl="2" indent="-365125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2150"/>
              <a:buFont typeface="Inter"/>
              <a:buChar char="■"/>
              <a:defRPr sz="2150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1828800" lvl="3" indent="-365125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2150"/>
              <a:buFont typeface="Inter"/>
              <a:buChar char="●"/>
              <a:defRPr sz="2150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2286000" lvl="4" indent="-365125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2150"/>
              <a:buFont typeface="Inter"/>
              <a:buChar char="○"/>
              <a:defRPr sz="2150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2743200" lvl="5" indent="-365125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2150"/>
              <a:buFont typeface="Inter"/>
              <a:buChar char="■"/>
              <a:defRPr sz="2150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3200400" lvl="6" indent="-365125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2150"/>
              <a:buFont typeface="Inter"/>
              <a:buChar char="●"/>
              <a:defRPr sz="2150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3657600" lvl="7" indent="-365125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2150"/>
              <a:buFont typeface="Inter"/>
              <a:buChar char="○"/>
              <a:defRPr sz="2150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4114800" lvl="8" indent="-365125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2150"/>
              <a:buFont typeface="Inter"/>
              <a:buChar char="■"/>
              <a:defRPr sz="2150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141" name="Google Shape;141;p13"/>
          <p:cNvSpPr txBox="1">
            <a:spLocks noGrp="1"/>
          </p:cNvSpPr>
          <p:nvPr>
            <p:ph type="body" idx="6"/>
          </p:nvPr>
        </p:nvSpPr>
        <p:spPr>
          <a:xfrm>
            <a:off x="12229250" y="3354701"/>
            <a:ext cx="3276600" cy="56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409575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2850"/>
              <a:buFont typeface="Inter"/>
              <a:buChar char="●"/>
              <a:defRPr sz="2850" b="1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defRPr>
            </a:lvl1pPr>
            <a:lvl2pPr marL="914400" lvl="1" indent="-409575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2850"/>
              <a:buFont typeface="Inter"/>
              <a:buChar char="○"/>
              <a:defRPr sz="2850" b="1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371600" lvl="2" indent="-409575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2850"/>
              <a:buFont typeface="Inter"/>
              <a:buChar char="■"/>
              <a:defRPr sz="2850" b="1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1828800" lvl="3" indent="-409575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2850"/>
              <a:buFont typeface="Inter"/>
              <a:buChar char="●"/>
              <a:defRPr sz="2850" b="1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2286000" lvl="4" indent="-409575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2850"/>
              <a:buFont typeface="Inter"/>
              <a:buChar char="○"/>
              <a:defRPr sz="2850" b="1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2743200" lvl="5" indent="-409575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2850"/>
              <a:buFont typeface="Inter"/>
              <a:buChar char="■"/>
              <a:defRPr sz="2850" b="1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3200400" lvl="6" indent="-409575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2850"/>
              <a:buFont typeface="Inter"/>
              <a:buChar char="●"/>
              <a:defRPr sz="2850" b="1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3657600" lvl="7" indent="-409575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2850"/>
              <a:buFont typeface="Inter"/>
              <a:buChar char="○"/>
              <a:defRPr sz="2850" b="1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4114800" lvl="8" indent="-409575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2850"/>
              <a:buFont typeface="Inter"/>
              <a:buChar char="■"/>
              <a:defRPr sz="2850" b="1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142" name="Google Shape;142;p13"/>
          <p:cNvSpPr txBox="1">
            <a:spLocks noGrp="1"/>
          </p:cNvSpPr>
          <p:nvPr>
            <p:ph type="body" idx="7"/>
          </p:nvPr>
        </p:nvSpPr>
        <p:spPr>
          <a:xfrm>
            <a:off x="12229250" y="4145750"/>
            <a:ext cx="3276600" cy="262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65125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2150"/>
              <a:buFont typeface="Inter"/>
              <a:buChar char="●"/>
              <a:defRPr sz="2150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defRPr>
            </a:lvl1pPr>
            <a:lvl2pPr marL="914400" lvl="1" indent="-365125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2150"/>
              <a:buFont typeface="Inter"/>
              <a:buChar char="○"/>
              <a:defRPr sz="2150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371600" lvl="2" indent="-365125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2150"/>
              <a:buFont typeface="Inter"/>
              <a:buChar char="■"/>
              <a:defRPr sz="2150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1828800" lvl="3" indent="-365125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2150"/>
              <a:buFont typeface="Inter"/>
              <a:buChar char="●"/>
              <a:defRPr sz="2150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2286000" lvl="4" indent="-365125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2150"/>
              <a:buFont typeface="Inter"/>
              <a:buChar char="○"/>
              <a:defRPr sz="2150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2743200" lvl="5" indent="-365125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2150"/>
              <a:buFont typeface="Inter"/>
              <a:buChar char="■"/>
              <a:defRPr sz="2150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3200400" lvl="6" indent="-365125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2150"/>
              <a:buFont typeface="Inter"/>
              <a:buChar char="●"/>
              <a:defRPr sz="2150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3657600" lvl="7" indent="-365125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2150"/>
              <a:buFont typeface="Inter"/>
              <a:buChar char="○"/>
              <a:defRPr sz="2150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4114800" lvl="8" indent="-365125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2150"/>
              <a:buFont typeface="Inter"/>
              <a:buChar char="■"/>
              <a:defRPr sz="2150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143" name="Google Shape;143;p13"/>
          <p:cNvSpPr txBox="1">
            <a:spLocks noGrp="1"/>
          </p:cNvSpPr>
          <p:nvPr>
            <p:ph type="body" idx="8"/>
          </p:nvPr>
        </p:nvSpPr>
        <p:spPr>
          <a:xfrm>
            <a:off x="16130275" y="2315751"/>
            <a:ext cx="3276600" cy="56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409575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2850"/>
              <a:buFont typeface="Inter"/>
              <a:buChar char="●"/>
              <a:defRPr sz="2850" b="1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defRPr>
            </a:lvl1pPr>
            <a:lvl2pPr marL="914400" lvl="1" indent="-409575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2850"/>
              <a:buFont typeface="Inter"/>
              <a:buChar char="○"/>
              <a:defRPr sz="2850" b="1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371600" lvl="2" indent="-409575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2850"/>
              <a:buFont typeface="Inter"/>
              <a:buChar char="■"/>
              <a:defRPr sz="2850" b="1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1828800" lvl="3" indent="-409575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2850"/>
              <a:buFont typeface="Inter"/>
              <a:buChar char="●"/>
              <a:defRPr sz="2850" b="1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2286000" lvl="4" indent="-409575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2850"/>
              <a:buFont typeface="Inter"/>
              <a:buChar char="○"/>
              <a:defRPr sz="2850" b="1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2743200" lvl="5" indent="-409575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2850"/>
              <a:buFont typeface="Inter"/>
              <a:buChar char="■"/>
              <a:defRPr sz="2850" b="1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3200400" lvl="6" indent="-409575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2850"/>
              <a:buFont typeface="Inter"/>
              <a:buChar char="●"/>
              <a:defRPr sz="2850" b="1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3657600" lvl="7" indent="-409575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2850"/>
              <a:buFont typeface="Inter"/>
              <a:buChar char="○"/>
              <a:defRPr sz="2850" b="1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4114800" lvl="8" indent="-409575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2850"/>
              <a:buFont typeface="Inter"/>
              <a:buChar char="■"/>
              <a:defRPr sz="2850" b="1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144" name="Google Shape;144;p13"/>
          <p:cNvSpPr txBox="1">
            <a:spLocks noGrp="1"/>
          </p:cNvSpPr>
          <p:nvPr>
            <p:ph type="body" idx="9"/>
          </p:nvPr>
        </p:nvSpPr>
        <p:spPr>
          <a:xfrm>
            <a:off x="16130275" y="3106800"/>
            <a:ext cx="3276600" cy="262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65125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2150"/>
              <a:buFont typeface="Inter"/>
              <a:buChar char="●"/>
              <a:defRPr sz="2150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defRPr>
            </a:lvl1pPr>
            <a:lvl2pPr marL="914400" lvl="1" indent="-365125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2150"/>
              <a:buFont typeface="Inter"/>
              <a:buChar char="○"/>
              <a:defRPr sz="2150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371600" lvl="2" indent="-365125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2150"/>
              <a:buFont typeface="Inter"/>
              <a:buChar char="■"/>
              <a:defRPr sz="2150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1828800" lvl="3" indent="-365125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2150"/>
              <a:buFont typeface="Inter"/>
              <a:buChar char="●"/>
              <a:defRPr sz="2150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2286000" lvl="4" indent="-365125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2150"/>
              <a:buFont typeface="Inter"/>
              <a:buChar char="○"/>
              <a:defRPr sz="2150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2743200" lvl="5" indent="-365125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2150"/>
              <a:buFont typeface="Inter"/>
              <a:buChar char="■"/>
              <a:defRPr sz="2150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3200400" lvl="6" indent="-365125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2150"/>
              <a:buFont typeface="Inter"/>
              <a:buChar char="●"/>
              <a:defRPr sz="2150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3657600" lvl="7" indent="-365125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2150"/>
              <a:buFont typeface="Inter"/>
              <a:buChar char="○"/>
              <a:defRPr sz="2150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4114800" lvl="8" indent="-365125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2150"/>
              <a:buFont typeface="Inter"/>
              <a:buChar char="■"/>
              <a:defRPr sz="2150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and bullets">
  <p:cSld name="CUSTOM_6"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6" name="Google Shape;146;p14" title="Artboard 10@300x-100.jp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14"/>
          <p:cNvSpPr txBox="1">
            <a:spLocks noGrp="1"/>
          </p:cNvSpPr>
          <p:nvPr>
            <p:ph type="body" idx="1"/>
          </p:nvPr>
        </p:nvSpPr>
        <p:spPr>
          <a:xfrm>
            <a:off x="1717600" y="2093125"/>
            <a:ext cx="16668900" cy="77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6512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50"/>
              <a:buFont typeface="Inter"/>
              <a:buChar char="●"/>
              <a:defRPr sz="215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marL="914400" lvl="1" indent="-36512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50"/>
              <a:buFont typeface="Inter"/>
              <a:buChar char="○"/>
              <a:defRPr sz="215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371600" lvl="2" indent="-36512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50"/>
              <a:buFont typeface="Inter"/>
              <a:buChar char="■"/>
              <a:defRPr sz="215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1828800" lvl="3" indent="-36512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50"/>
              <a:buFont typeface="Inter"/>
              <a:buChar char="●"/>
              <a:defRPr sz="215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2286000" lvl="4" indent="-36512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50"/>
              <a:buFont typeface="Inter"/>
              <a:buChar char="○"/>
              <a:defRPr sz="215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2743200" lvl="5" indent="-36512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50"/>
              <a:buFont typeface="Inter"/>
              <a:buChar char="■"/>
              <a:defRPr sz="215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3200400" lvl="6" indent="-36512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50"/>
              <a:buFont typeface="Inter"/>
              <a:buChar char="●"/>
              <a:defRPr sz="215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3657600" lvl="7" indent="-36512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50"/>
              <a:buFont typeface="Inter"/>
              <a:buChar char="○"/>
              <a:defRPr sz="215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4114800" lvl="8" indent="-36512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50"/>
              <a:buFont typeface="Inter"/>
              <a:buChar char="■"/>
              <a:defRPr sz="215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148" name="Google Shape;148;p14"/>
          <p:cNvSpPr txBox="1">
            <a:spLocks noGrp="1"/>
          </p:cNvSpPr>
          <p:nvPr>
            <p:ph type="title"/>
          </p:nvPr>
        </p:nvSpPr>
        <p:spPr>
          <a:xfrm>
            <a:off x="1717600" y="979200"/>
            <a:ext cx="16668900" cy="94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Inter"/>
              <a:buNone/>
              <a:defRPr sz="60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Inter"/>
              <a:buNone/>
              <a:defRPr sz="60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Inter"/>
              <a:buNone/>
              <a:defRPr sz="60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Inter"/>
              <a:buNone/>
              <a:defRPr sz="60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Inter"/>
              <a:buNone/>
              <a:defRPr sz="60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Inter"/>
              <a:buNone/>
              <a:defRPr sz="60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Inter"/>
              <a:buNone/>
              <a:defRPr sz="60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Inter"/>
              <a:buNone/>
              <a:defRPr sz="60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Inter"/>
              <a:buNone/>
              <a:defRPr sz="60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149" name="Google Shape;149;p14"/>
          <p:cNvSpPr txBox="1">
            <a:spLocks noGrp="1"/>
          </p:cNvSpPr>
          <p:nvPr>
            <p:ph type="body" idx="2"/>
          </p:nvPr>
        </p:nvSpPr>
        <p:spPr>
          <a:xfrm>
            <a:off x="3575724" y="5253900"/>
            <a:ext cx="3603300" cy="171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65125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2150"/>
              <a:buFont typeface="Inter"/>
              <a:buChar char="●"/>
              <a:defRPr sz="2150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defRPr>
            </a:lvl1pPr>
            <a:lvl2pPr marL="914400" lvl="1" indent="-365125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2150"/>
              <a:buFont typeface="Inter"/>
              <a:buChar char="○"/>
              <a:defRPr sz="2150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371600" lvl="2" indent="-365125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2150"/>
              <a:buFont typeface="Inter"/>
              <a:buChar char="■"/>
              <a:defRPr sz="2150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1828800" lvl="3" indent="-365125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2150"/>
              <a:buFont typeface="Inter"/>
              <a:buChar char="●"/>
              <a:defRPr sz="2150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2286000" lvl="4" indent="-365125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2150"/>
              <a:buFont typeface="Inter"/>
              <a:buChar char="○"/>
              <a:defRPr sz="2150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2743200" lvl="5" indent="-365125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2150"/>
              <a:buFont typeface="Inter"/>
              <a:buChar char="■"/>
              <a:defRPr sz="2150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3200400" lvl="6" indent="-365125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2150"/>
              <a:buFont typeface="Inter"/>
              <a:buChar char="●"/>
              <a:defRPr sz="2150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3657600" lvl="7" indent="-365125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2150"/>
              <a:buFont typeface="Inter"/>
              <a:buChar char="○"/>
              <a:defRPr sz="2150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4114800" lvl="8" indent="-365125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2150"/>
              <a:buFont typeface="Inter"/>
              <a:buChar char="■"/>
              <a:defRPr sz="2150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150" name="Google Shape;150;p14"/>
          <p:cNvSpPr txBox="1">
            <a:spLocks noGrp="1"/>
          </p:cNvSpPr>
          <p:nvPr>
            <p:ph type="body" idx="3"/>
          </p:nvPr>
        </p:nvSpPr>
        <p:spPr>
          <a:xfrm>
            <a:off x="4182725" y="4525875"/>
            <a:ext cx="2996400" cy="5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409575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2850"/>
              <a:buFont typeface="Inter"/>
              <a:buChar char="●"/>
              <a:defRPr sz="2850" b="1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defRPr>
            </a:lvl1pPr>
            <a:lvl2pPr marL="914400" lvl="1" indent="-409575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2850"/>
              <a:buFont typeface="Inter"/>
              <a:buChar char="○"/>
              <a:defRPr sz="2850" b="1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371600" lvl="2" indent="-409575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2850"/>
              <a:buFont typeface="Inter"/>
              <a:buChar char="■"/>
              <a:defRPr sz="2850" b="1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1828800" lvl="3" indent="-409575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2850"/>
              <a:buFont typeface="Inter"/>
              <a:buChar char="●"/>
              <a:defRPr sz="2850" b="1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2286000" lvl="4" indent="-409575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2850"/>
              <a:buFont typeface="Inter"/>
              <a:buChar char="○"/>
              <a:defRPr sz="2850" b="1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2743200" lvl="5" indent="-409575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2850"/>
              <a:buFont typeface="Inter"/>
              <a:buChar char="■"/>
              <a:defRPr sz="2850" b="1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3200400" lvl="6" indent="-409575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2850"/>
              <a:buFont typeface="Inter"/>
              <a:buChar char="●"/>
              <a:defRPr sz="2850" b="1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3657600" lvl="7" indent="-409575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2850"/>
              <a:buFont typeface="Inter"/>
              <a:buChar char="○"/>
              <a:defRPr sz="2850" b="1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4114800" lvl="8" indent="-409575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2850"/>
              <a:buFont typeface="Inter"/>
              <a:buChar char="■"/>
              <a:defRPr sz="2850" b="1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151" name="Google Shape;151;p14"/>
          <p:cNvSpPr txBox="1">
            <a:spLocks noGrp="1"/>
          </p:cNvSpPr>
          <p:nvPr>
            <p:ph type="body" idx="4"/>
          </p:nvPr>
        </p:nvSpPr>
        <p:spPr>
          <a:xfrm>
            <a:off x="9599375" y="5253900"/>
            <a:ext cx="3603300" cy="171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65125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2150"/>
              <a:buFont typeface="Inter"/>
              <a:buChar char="●"/>
              <a:defRPr sz="2150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defRPr>
            </a:lvl1pPr>
            <a:lvl2pPr marL="914400" lvl="1" indent="-365125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2150"/>
              <a:buFont typeface="Inter"/>
              <a:buChar char="○"/>
              <a:defRPr sz="2150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371600" lvl="2" indent="-365125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2150"/>
              <a:buFont typeface="Inter"/>
              <a:buChar char="■"/>
              <a:defRPr sz="2150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1828800" lvl="3" indent="-365125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2150"/>
              <a:buFont typeface="Inter"/>
              <a:buChar char="●"/>
              <a:defRPr sz="2150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2286000" lvl="4" indent="-365125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2150"/>
              <a:buFont typeface="Inter"/>
              <a:buChar char="○"/>
              <a:defRPr sz="2150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2743200" lvl="5" indent="-365125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2150"/>
              <a:buFont typeface="Inter"/>
              <a:buChar char="■"/>
              <a:defRPr sz="2150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3200400" lvl="6" indent="-365125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2150"/>
              <a:buFont typeface="Inter"/>
              <a:buChar char="●"/>
              <a:defRPr sz="2150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3657600" lvl="7" indent="-365125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2150"/>
              <a:buFont typeface="Inter"/>
              <a:buChar char="○"/>
              <a:defRPr sz="2150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4114800" lvl="8" indent="-365125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2150"/>
              <a:buFont typeface="Inter"/>
              <a:buChar char="■"/>
              <a:defRPr sz="2150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152" name="Google Shape;152;p14"/>
          <p:cNvSpPr txBox="1">
            <a:spLocks noGrp="1"/>
          </p:cNvSpPr>
          <p:nvPr>
            <p:ph type="body" idx="5"/>
          </p:nvPr>
        </p:nvSpPr>
        <p:spPr>
          <a:xfrm>
            <a:off x="10206375" y="4525875"/>
            <a:ext cx="2996400" cy="5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409575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2850"/>
              <a:buFont typeface="Inter"/>
              <a:buChar char="●"/>
              <a:defRPr sz="2850" b="1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defRPr>
            </a:lvl1pPr>
            <a:lvl2pPr marL="914400" lvl="1" indent="-409575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2850"/>
              <a:buFont typeface="Inter"/>
              <a:buChar char="○"/>
              <a:defRPr sz="2850" b="1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371600" lvl="2" indent="-409575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2850"/>
              <a:buFont typeface="Inter"/>
              <a:buChar char="■"/>
              <a:defRPr sz="2850" b="1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1828800" lvl="3" indent="-409575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2850"/>
              <a:buFont typeface="Inter"/>
              <a:buChar char="●"/>
              <a:defRPr sz="2850" b="1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2286000" lvl="4" indent="-409575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2850"/>
              <a:buFont typeface="Inter"/>
              <a:buChar char="○"/>
              <a:defRPr sz="2850" b="1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2743200" lvl="5" indent="-409575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2850"/>
              <a:buFont typeface="Inter"/>
              <a:buChar char="■"/>
              <a:defRPr sz="2850" b="1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3200400" lvl="6" indent="-409575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2850"/>
              <a:buFont typeface="Inter"/>
              <a:buChar char="●"/>
              <a:defRPr sz="2850" b="1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3657600" lvl="7" indent="-409575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2850"/>
              <a:buFont typeface="Inter"/>
              <a:buChar char="○"/>
              <a:defRPr sz="2850" b="1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4114800" lvl="8" indent="-409575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2850"/>
              <a:buFont typeface="Inter"/>
              <a:buChar char="■"/>
              <a:defRPr sz="2850" b="1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153" name="Google Shape;153;p14"/>
          <p:cNvSpPr txBox="1">
            <a:spLocks noGrp="1"/>
          </p:cNvSpPr>
          <p:nvPr>
            <p:ph type="body" idx="6"/>
          </p:nvPr>
        </p:nvSpPr>
        <p:spPr>
          <a:xfrm>
            <a:off x="15616475" y="5253900"/>
            <a:ext cx="3603300" cy="171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65125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2150"/>
              <a:buFont typeface="Inter"/>
              <a:buChar char="●"/>
              <a:defRPr sz="2150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defRPr>
            </a:lvl1pPr>
            <a:lvl2pPr marL="914400" lvl="1" indent="-365125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2150"/>
              <a:buFont typeface="Inter"/>
              <a:buChar char="○"/>
              <a:defRPr sz="2150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371600" lvl="2" indent="-365125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2150"/>
              <a:buFont typeface="Inter"/>
              <a:buChar char="■"/>
              <a:defRPr sz="2150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1828800" lvl="3" indent="-365125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2150"/>
              <a:buFont typeface="Inter"/>
              <a:buChar char="●"/>
              <a:defRPr sz="2150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2286000" lvl="4" indent="-365125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2150"/>
              <a:buFont typeface="Inter"/>
              <a:buChar char="○"/>
              <a:defRPr sz="2150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2743200" lvl="5" indent="-365125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2150"/>
              <a:buFont typeface="Inter"/>
              <a:buChar char="■"/>
              <a:defRPr sz="2150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3200400" lvl="6" indent="-365125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2150"/>
              <a:buFont typeface="Inter"/>
              <a:buChar char="●"/>
              <a:defRPr sz="2150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3657600" lvl="7" indent="-365125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2150"/>
              <a:buFont typeface="Inter"/>
              <a:buChar char="○"/>
              <a:defRPr sz="2150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4114800" lvl="8" indent="-365125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2150"/>
              <a:buFont typeface="Inter"/>
              <a:buChar char="■"/>
              <a:defRPr sz="2150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154" name="Google Shape;154;p14"/>
          <p:cNvSpPr txBox="1">
            <a:spLocks noGrp="1"/>
          </p:cNvSpPr>
          <p:nvPr>
            <p:ph type="body" idx="7"/>
          </p:nvPr>
        </p:nvSpPr>
        <p:spPr>
          <a:xfrm>
            <a:off x="16223475" y="4525875"/>
            <a:ext cx="2996400" cy="5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409575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2850"/>
              <a:buFont typeface="Inter"/>
              <a:buChar char="●"/>
              <a:defRPr sz="2850" b="1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defRPr>
            </a:lvl1pPr>
            <a:lvl2pPr marL="914400" lvl="1" indent="-409575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2850"/>
              <a:buFont typeface="Inter"/>
              <a:buChar char="○"/>
              <a:defRPr sz="2850" b="1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371600" lvl="2" indent="-409575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2850"/>
              <a:buFont typeface="Inter"/>
              <a:buChar char="■"/>
              <a:defRPr sz="2850" b="1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1828800" lvl="3" indent="-409575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2850"/>
              <a:buFont typeface="Inter"/>
              <a:buChar char="●"/>
              <a:defRPr sz="2850" b="1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2286000" lvl="4" indent="-409575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2850"/>
              <a:buFont typeface="Inter"/>
              <a:buChar char="○"/>
              <a:defRPr sz="2850" b="1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2743200" lvl="5" indent="-409575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2850"/>
              <a:buFont typeface="Inter"/>
              <a:buChar char="■"/>
              <a:defRPr sz="2850" b="1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3200400" lvl="6" indent="-409575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2850"/>
              <a:buFont typeface="Inter"/>
              <a:buChar char="●"/>
              <a:defRPr sz="2850" b="1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3657600" lvl="7" indent="-409575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2850"/>
              <a:buFont typeface="Inter"/>
              <a:buChar char="○"/>
              <a:defRPr sz="2850" b="1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4114800" lvl="8" indent="-409575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2850"/>
              <a:buFont typeface="Inter"/>
              <a:buChar char="■"/>
              <a:defRPr sz="2850" b="1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155" name="Google Shape;155;p14"/>
          <p:cNvSpPr txBox="1">
            <a:spLocks noGrp="1"/>
          </p:cNvSpPr>
          <p:nvPr>
            <p:ph type="body" idx="8"/>
          </p:nvPr>
        </p:nvSpPr>
        <p:spPr>
          <a:xfrm>
            <a:off x="13180306" y="8727023"/>
            <a:ext cx="3603300" cy="171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65125" algn="r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2150"/>
              <a:buFont typeface="Inter"/>
              <a:buChar char="●"/>
              <a:defRPr sz="2150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defRPr>
            </a:lvl1pPr>
            <a:lvl2pPr marL="914400" lvl="1" indent="-365125" algn="r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2150"/>
              <a:buFont typeface="Inter"/>
              <a:buChar char="○"/>
              <a:defRPr sz="2150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371600" lvl="2" indent="-365125" algn="r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2150"/>
              <a:buFont typeface="Inter"/>
              <a:buChar char="■"/>
              <a:defRPr sz="2150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1828800" lvl="3" indent="-365125" algn="r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2150"/>
              <a:buFont typeface="Inter"/>
              <a:buChar char="●"/>
              <a:defRPr sz="2150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2286000" lvl="4" indent="-365125" algn="r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2150"/>
              <a:buFont typeface="Inter"/>
              <a:buChar char="○"/>
              <a:defRPr sz="2150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2743200" lvl="5" indent="-365125" algn="r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2150"/>
              <a:buFont typeface="Inter"/>
              <a:buChar char="■"/>
              <a:defRPr sz="2150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3200400" lvl="6" indent="-365125" algn="r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2150"/>
              <a:buFont typeface="Inter"/>
              <a:buChar char="●"/>
              <a:defRPr sz="2150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3657600" lvl="7" indent="-365125" algn="r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2150"/>
              <a:buFont typeface="Inter"/>
              <a:buChar char="○"/>
              <a:defRPr sz="2150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4114800" lvl="8" indent="-365125" algn="r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2150"/>
              <a:buFont typeface="Inter"/>
              <a:buChar char="■"/>
              <a:defRPr sz="2150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156" name="Google Shape;156;p14"/>
          <p:cNvSpPr txBox="1">
            <a:spLocks noGrp="1"/>
          </p:cNvSpPr>
          <p:nvPr>
            <p:ph type="body" idx="9"/>
          </p:nvPr>
        </p:nvSpPr>
        <p:spPr>
          <a:xfrm>
            <a:off x="13180306" y="7998998"/>
            <a:ext cx="2996400" cy="5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409575" algn="r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2850"/>
              <a:buFont typeface="Inter"/>
              <a:buChar char="●"/>
              <a:defRPr sz="2850" b="1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defRPr>
            </a:lvl1pPr>
            <a:lvl2pPr marL="914400" lvl="1" indent="-409575" algn="r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2850"/>
              <a:buFont typeface="Inter"/>
              <a:buChar char="○"/>
              <a:defRPr sz="2850" b="1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371600" lvl="2" indent="-409575" algn="r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2850"/>
              <a:buFont typeface="Inter"/>
              <a:buChar char="■"/>
              <a:defRPr sz="2850" b="1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1828800" lvl="3" indent="-409575" algn="r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2850"/>
              <a:buFont typeface="Inter"/>
              <a:buChar char="●"/>
              <a:defRPr sz="2850" b="1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2286000" lvl="4" indent="-409575" algn="r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2850"/>
              <a:buFont typeface="Inter"/>
              <a:buChar char="○"/>
              <a:defRPr sz="2850" b="1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2743200" lvl="5" indent="-409575" algn="r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2850"/>
              <a:buFont typeface="Inter"/>
              <a:buChar char="■"/>
              <a:defRPr sz="2850" b="1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3200400" lvl="6" indent="-409575" algn="r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2850"/>
              <a:buFont typeface="Inter"/>
              <a:buChar char="●"/>
              <a:defRPr sz="2850" b="1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3657600" lvl="7" indent="-409575" algn="r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2850"/>
              <a:buFont typeface="Inter"/>
              <a:buChar char="○"/>
              <a:defRPr sz="2850" b="1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4114800" lvl="8" indent="-409575" algn="r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2850"/>
              <a:buFont typeface="Inter"/>
              <a:buChar char="■"/>
              <a:defRPr sz="2850" b="1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157" name="Google Shape;157;p14"/>
          <p:cNvSpPr txBox="1">
            <a:spLocks noGrp="1"/>
          </p:cNvSpPr>
          <p:nvPr>
            <p:ph type="body" idx="13"/>
          </p:nvPr>
        </p:nvSpPr>
        <p:spPr>
          <a:xfrm>
            <a:off x="6984633" y="8727023"/>
            <a:ext cx="3603300" cy="171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65125" algn="r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2150"/>
              <a:buFont typeface="Inter"/>
              <a:buChar char="●"/>
              <a:defRPr sz="2150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defRPr>
            </a:lvl1pPr>
            <a:lvl2pPr marL="914400" lvl="1" indent="-365125" algn="r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2150"/>
              <a:buFont typeface="Inter"/>
              <a:buChar char="○"/>
              <a:defRPr sz="2150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371600" lvl="2" indent="-365125" algn="r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2150"/>
              <a:buFont typeface="Inter"/>
              <a:buChar char="■"/>
              <a:defRPr sz="2150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1828800" lvl="3" indent="-365125" algn="r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2150"/>
              <a:buFont typeface="Inter"/>
              <a:buChar char="●"/>
              <a:defRPr sz="2150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2286000" lvl="4" indent="-365125" algn="r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2150"/>
              <a:buFont typeface="Inter"/>
              <a:buChar char="○"/>
              <a:defRPr sz="2150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2743200" lvl="5" indent="-365125" algn="r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2150"/>
              <a:buFont typeface="Inter"/>
              <a:buChar char="■"/>
              <a:defRPr sz="2150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3200400" lvl="6" indent="-365125" algn="r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2150"/>
              <a:buFont typeface="Inter"/>
              <a:buChar char="●"/>
              <a:defRPr sz="2150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3657600" lvl="7" indent="-365125" algn="r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2150"/>
              <a:buFont typeface="Inter"/>
              <a:buChar char="○"/>
              <a:defRPr sz="2150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4114800" lvl="8" indent="-365125" algn="r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2150"/>
              <a:buFont typeface="Inter"/>
              <a:buChar char="■"/>
              <a:defRPr sz="2150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158" name="Google Shape;158;p14"/>
          <p:cNvSpPr txBox="1">
            <a:spLocks noGrp="1"/>
          </p:cNvSpPr>
          <p:nvPr>
            <p:ph type="body" idx="14"/>
          </p:nvPr>
        </p:nvSpPr>
        <p:spPr>
          <a:xfrm>
            <a:off x="6984633" y="7998998"/>
            <a:ext cx="2996400" cy="5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409575" algn="r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2850"/>
              <a:buFont typeface="Inter"/>
              <a:buChar char="●"/>
              <a:defRPr sz="2850" b="1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defRPr>
            </a:lvl1pPr>
            <a:lvl2pPr marL="914400" lvl="1" indent="-409575" algn="r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2850"/>
              <a:buFont typeface="Inter"/>
              <a:buChar char="○"/>
              <a:defRPr sz="2850" b="1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371600" lvl="2" indent="-409575" algn="r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2850"/>
              <a:buFont typeface="Inter"/>
              <a:buChar char="■"/>
              <a:defRPr sz="2850" b="1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1828800" lvl="3" indent="-409575" algn="r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2850"/>
              <a:buFont typeface="Inter"/>
              <a:buChar char="●"/>
              <a:defRPr sz="2850" b="1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2286000" lvl="4" indent="-409575" algn="r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2850"/>
              <a:buFont typeface="Inter"/>
              <a:buChar char="○"/>
              <a:defRPr sz="2850" b="1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2743200" lvl="5" indent="-409575" algn="r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2850"/>
              <a:buFont typeface="Inter"/>
              <a:buChar char="■"/>
              <a:defRPr sz="2850" b="1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3200400" lvl="6" indent="-409575" algn="r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2850"/>
              <a:buFont typeface="Inter"/>
              <a:buChar char="●"/>
              <a:defRPr sz="2850" b="1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3657600" lvl="7" indent="-409575" algn="r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2850"/>
              <a:buFont typeface="Inter"/>
              <a:buChar char="○"/>
              <a:defRPr sz="2850" b="1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4114800" lvl="8" indent="-409575" algn="r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2850"/>
              <a:buFont typeface="Inter"/>
              <a:buChar char="■"/>
              <a:defRPr sz="2850" b="1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159" name="Google Shape;159;p14"/>
          <p:cNvSpPr txBox="1">
            <a:spLocks noGrp="1"/>
          </p:cNvSpPr>
          <p:nvPr>
            <p:ph type="body" idx="15"/>
          </p:nvPr>
        </p:nvSpPr>
        <p:spPr>
          <a:xfrm>
            <a:off x="788960" y="8727023"/>
            <a:ext cx="3603300" cy="171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65125" algn="r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2150"/>
              <a:buFont typeface="Inter"/>
              <a:buChar char="●"/>
              <a:defRPr sz="2150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defRPr>
            </a:lvl1pPr>
            <a:lvl2pPr marL="914400" lvl="1" indent="-365125" algn="r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2150"/>
              <a:buFont typeface="Inter"/>
              <a:buChar char="○"/>
              <a:defRPr sz="2150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371600" lvl="2" indent="-365125" algn="r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2150"/>
              <a:buFont typeface="Inter"/>
              <a:buChar char="■"/>
              <a:defRPr sz="2150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1828800" lvl="3" indent="-365125" algn="r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2150"/>
              <a:buFont typeface="Inter"/>
              <a:buChar char="●"/>
              <a:defRPr sz="2150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2286000" lvl="4" indent="-365125" algn="r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2150"/>
              <a:buFont typeface="Inter"/>
              <a:buChar char="○"/>
              <a:defRPr sz="2150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2743200" lvl="5" indent="-365125" algn="r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2150"/>
              <a:buFont typeface="Inter"/>
              <a:buChar char="■"/>
              <a:defRPr sz="2150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3200400" lvl="6" indent="-365125" algn="r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2150"/>
              <a:buFont typeface="Inter"/>
              <a:buChar char="●"/>
              <a:defRPr sz="2150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3657600" lvl="7" indent="-365125" algn="r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2150"/>
              <a:buFont typeface="Inter"/>
              <a:buChar char="○"/>
              <a:defRPr sz="2150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4114800" lvl="8" indent="-365125" algn="r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2150"/>
              <a:buFont typeface="Inter"/>
              <a:buChar char="■"/>
              <a:defRPr sz="2150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160" name="Google Shape;160;p14"/>
          <p:cNvSpPr txBox="1">
            <a:spLocks noGrp="1"/>
          </p:cNvSpPr>
          <p:nvPr>
            <p:ph type="body" idx="16"/>
          </p:nvPr>
        </p:nvSpPr>
        <p:spPr>
          <a:xfrm>
            <a:off x="788960" y="7998998"/>
            <a:ext cx="2996400" cy="5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409575" algn="r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2850"/>
              <a:buFont typeface="Inter"/>
              <a:buChar char="●"/>
              <a:defRPr sz="2850" b="1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defRPr>
            </a:lvl1pPr>
            <a:lvl2pPr marL="914400" lvl="1" indent="-409575" algn="r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2850"/>
              <a:buFont typeface="Inter"/>
              <a:buChar char="○"/>
              <a:defRPr sz="2850" b="1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371600" lvl="2" indent="-409575" algn="r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2850"/>
              <a:buFont typeface="Inter"/>
              <a:buChar char="■"/>
              <a:defRPr sz="2850" b="1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1828800" lvl="3" indent="-409575" algn="r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2850"/>
              <a:buFont typeface="Inter"/>
              <a:buChar char="●"/>
              <a:defRPr sz="2850" b="1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2286000" lvl="4" indent="-409575" algn="r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2850"/>
              <a:buFont typeface="Inter"/>
              <a:buChar char="○"/>
              <a:defRPr sz="2850" b="1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2743200" lvl="5" indent="-409575" algn="r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2850"/>
              <a:buFont typeface="Inter"/>
              <a:buChar char="■"/>
              <a:defRPr sz="2850" b="1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3200400" lvl="6" indent="-409575" algn="r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2850"/>
              <a:buFont typeface="Inter"/>
              <a:buChar char="●"/>
              <a:defRPr sz="2850" b="1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3657600" lvl="7" indent="-409575" algn="r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2850"/>
              <a:buFont typeface="Inter"/>
              <a:buChar char="○"/>
              <a:defRPr sz="2850" b="1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4114800" lvl="8" indent="-409575" algn="r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2850"/>
              <a:buFont typeface="Inter"/>
              <a:buChar char="■"/>
              <a:defRPr sz="2850" b="1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slide">
  <p:cSld name="CUSTOM_7"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2" name="Google Shape;162;p15" title="Artboard 11@300x-100.jp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15"/>
          <p:cNvSpPr/>
          <p:nvPr/>
        </p:nvSpPr>
        <p:spPr>
          <a:xfrm>
            <a:off x="2704400" y="4785975"/>
            <a:ext cx="14603700" cy="652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4" name="Google Shape;164;p15"/>
          <p:cNvSpPr>
            <a:spLocks noGrp="1"/>
          </p:cNvSpPr>
          <p:nvPr>
            <p:ph type="pic" idx="2"/>
          </p:nvPr>
        </p:nvSpPr>
        <p:spPr>
          <a:xfrm>
            <a:off x="3441975" y="4966275"/>
            <a:ext cx="13227000" cy="6342300"/>
          </a:xfrm>
          <a:prstGeom prst="rect">
            <a:avLst/>
          </a:prstGeom>
          <a:noFill/>
          <a:ln>
            <a:noFill/>
          </a:ln>
        </p:spPr>
      </p:sp>
      <p:sp>
        <p:nvSpPr>
          <p:cNvPr id="165" name="Google Shape;165;p15"/>
          <p:cNvSpPr txBox="1">
            <a:spLocks noGrp="1"/>
          </p:cNvSpPr>
          <p:nvPr>
            <p:ph type="title"/>
          </p:nvPr>
        </p:nvSpPr>
        <p:spPr>
          <a:xfrm>
            <a:off x="1521700" y="689725"/>
            <a:ext cx="17060700" cy="94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6000"/>
              <a:buFont typeface="Inter"/>
              <a:buNone/>
              <a:defRPr sz="6000" b="1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6000"/>
              <a:buFont typeface="Inter"/>
              <a:buNone/>
              <a:defRPr sz="6000" b="1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6000"/>
              <a:buFont typeface="Inter"/>
              <a:buNone/>
              <a:defRPr sz="6000" b="1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6000"/>
              <a:buFont typeface="Inter"/>
              <a:buNone/>
              <a:defRPr sz="6000" b="1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6000"/>
              <a:buFont typeface="Inter"/>
              <a:buNone/>
              <a:defRPr sz="6000" b="1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6000"/>
              <a:buFont typeface="Inter"/>
              <a:buNone/>
              <a:defRPr sz="6000" b="1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6000"/>
              <a:buFont typeface="Inter"/>
              <a:buNone/>
              <a:defRPr sz="6000" b="1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6000"/>
              <a:buFont typeface="Inter"/>
              <a:buNone/>
              <a:defRPr sz="6000" b="1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6000"/>
              <a:buFont typeface="Inter"/>
              <a:buNone/>
              <a:defRPr sz="6000" b="1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166" name="Google Shape;166;p15"/>
          <p:cNvSpPr txBox="1">
            <a:spLocks noGrp="1"/>
          </p:cNvSpPr>
          <p:nvPr>
            <p:ph type="body" idx="1"/>
          </p:nvPr>
        </p:nvSpPr>
        <p:spPr>
          <a:xfrm>
            <a:off x="1521700" y="3474750"/>
            <a:ext cx="17060700" cy="118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65125" algn="ctr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2150"/>
              <a:buFont typeface="Inter"/>
              <a:buChar char="●"/>
              <a:defRPr sz="2150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defRPr>
            </a:lvl1pPr>
            <a:lvl2pPr marL="914400" lvl="1" indent="-365125" algn="ctr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2150"/>
              <a:buFont typeface="Inter"/>
              <a:buChar char="○"/>
              <a:defRPr sz="2150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371600" lvl="2" indent="-365125" algn="ctr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2150"/>
              <a:buFont typeface="Inter"/>
              <a:buChar char="■"/>
              <a:defRPr sz="2150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1828800" lvl="3" indent="-365125" algn="ctr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2150"/>
              <a:buFont typeface="Inter"/>
              <a:buChar char="●"/>
              <a:defRPr sz="2150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2286000" lvl="4" indent="-365125" algn="ctr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2150"/>
              <a:buFont typeface="Inter"/>
              <a:buChar char="○"/>
              <a:defRPr sz="2150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2743200" lvl="5" indent="-365125" algn="ctr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2150"/>
              <a:buFont typeface="Inter"/>
              <a:buChar char="■"/>
              <a:defRPr sz="2150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3200400" lvl="6" indent="-365125" algn="ctr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2150"/>
              <a:buFont typeface="Inter"/>
              <a:buChar char="●"/>
              <a:defRPr sz="2150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3657600" lvl="7" indent="-365125" algn="ctr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2150"/>
              <a:buFont typeface="Inter"/>
              <a:buChar char="○"/>
              <a:defRPr sz="2150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4114800" lvl="8" indent="-365125" algn="ctr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2150"/>
              <a:buFont typeface="Inter"/>
              <a:buChar char="■"/>
              <a:defRPr sz="2150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167" name="Google Shape;167;p15"/>
          <p:cNvSpPr txBox="1">
            <a:spLocks noGrp="1"/>
          </p:cNvSpPr>
          <p:nvPr>
            <p:ph type="subTitle" idx="3"/>
          </p:nvPr>
        </p:nvSpPr>
        <p:spPr>
          <a:xfrm>
            <a:off x="1521700" y="2440425"/>
            <a:ext cx="17060700" cy="103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6000"/>
              <a:buFont typeface="Inter"/>
              <a:buNone/>
              <a:defRPr sz="6000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6000"/>
              <a:buFont typeface="Inter"/>
              <a:buNone/>
              <a:defRPr sz="6000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6000"/>
              <a:buFont typeface="Inter"/>
              <a:buNone/>
              <a:defRPr sz="6000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6000"/>
              <a:buFont typeface="Inter"/>
              <a:buNone/>
              <a:defRPr sz="6000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6000"/>
              <a:buFont typeface="Inter"/>
              <a:buNone/>
              <a:defRPr sz="6000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6000"/>
              <a:buFont typeface="Inter"/>
              <a:buNone/>
              <a:defRPr sz="6000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6000"/>
              <a:buFont typeface="Inter"/>
              <a:buNone/>
              <a:defRPr sz="6000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6000"/>
              <a:buFont typeface="Inter"/>
              <a:buNone/>
              <a:defRPr sz="6000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6000"/>
              <a:buFont typeface="Inter"/>
              <a:buNone/>
              <a:defRPr sz="6000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slide">
  <p:cSld name="CUSTOM_8"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Google Shape;169;p16" title="Artboard 12@300x-100.jp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-3"/>
            <a:ext cx="20104100" cy="11308568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16"/>
          <p:cNvSpPr/>
          <p:nvPr/>
        </p:nvSpPr>
        <p:spPr>
          <a:xfrm>
            <a:off x="4753200" y="2943100"/>
            <a:ext cx="11457000" cy="5711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1" name="Google Shape;171;p16"/>
          <p:cNvSpPr txBox="1">
            <a:spLocks noGrp="1"/>
          </p:cNvSpPr>
          <p:nvPr>
            <p:ph type="body" idx="1"/>
          </p:nvPr>
        </p:nvSpPr>
        <p:spPr>
          <a:xfrm>
            <a:off x="1311300" y="1606225"/>
            <a:ext cx="17724000" cy="54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65125" algn="ctr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2150"/>
              <a:buFont typeface="Inter"/>
              <a:buChar char="●"/>
              <a:defRPr sz="2150" b="1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defRPr>
            </a:lvl1pPr>
            <a:lvl2pPr marL="914400" lvl="1" indent="-365125" algn="ctr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2150"/>
              <a:buFont typeface="Inter"/>
              <a:buChar char="○"/>
              <a:defRPr sz="2150" b="1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371600" lvl="2" indent="-365125" algn="ctr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2150"/>
              <a:buFont typeface="Inter"/>
              <a:buChar char="■"/>
              <a:defRPr sz="2150" b="1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1828800" lvl="3" indent="-365125" algn="ctr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2150"/>
              <a:buFont typeface="Inter"/>
              <a:buChar char="●"/>
              <a:defRPr sz="2150" b="1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2286000" lvl="4" indent="-365125" algn="ctr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2150"/>
              <a:buFont typeface="Inter"/>
              <a:buChar char="○"/>
              <a:defRPr sz="2150" b="1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2743200" lvl="5" indent="-365125" algn="ctr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2150"/>
              <a:buFont typeface="Inter"/>
              <a:buChar char="■"/>
              <a:defRPr sz="2150" b="1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3200400" lvl="6" indent="-365125" algn="ctr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2150"/>
              <a:buFont typeface="Inter"/>
              <a:buChar char="●"/>
              <a:defRPr sz="2150" b="1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3657600" lvl="7" indent="-365125" algn="ctr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2150"/>
              <a:buFont typeface="Inter"/>
              <a:buChar char="○"/>
              <a:defRPr sz="2150" b="1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4114800" lvl="8" indent="-365125" algn="ctr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2150"/>
              <a:buFont typeface="Inter"/>
              <a:buChar char="■"/>
              <a:defRPr sz="2150" b="1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172" name="Google Shape;172;p16"/>
          <p:cNvSpPr txBox="1">
            <a:spLocks noGrp="1"/>
          </p:cNvSpPr>
          <p:nvPr>
            <p:ph type="title"/>
          </p:nvPr>
        </p:nvSpPr>
        <p:spPr>
          <a:xfrm>
            <a:off x="1311225" y="666025"/>
            <a:ext cx="17724000" cy="94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6000"/>
              <a:buFont typeface="Inter"/>
              <a:buNone/>
              <a:defRPr sz="6000" b="1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6000"/>
              <a:buFont typeface="Inter"/>
              <a:buNone/>
              <a:defRPr sz="6000" b="1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6000"/>
              <a:buFont typeface="Inter"/>
              <a:buNone/>
              <a:defRPr sz="6000" b="1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6000"/>
              <a:buFont typeface="Inter"/>
              <a:buNone/>
              <a:defRPr sz="6000" b="1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6000"/>
              <a:buFont typeface="Inter"/>
              <a:buNone/>
              <a:defRPr sz="6000" b="1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6000"/>
              <a:buFont typeface="Inter"/>
              <a:buNone/>
              <a:defRPr sz="6000" b="1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6000"/>
              <a:buFont typeface="Inter"/>
              <a:buNone/>
              <a:defRPr sz="6000" b="1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6000"/>
              <a:buFont typeface="Inter"/>
              <a:buNone/>
              <a:defRPr sz="6000" b="1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6000"/>
              <a:buFont typeface="Inter"/>
              <a:buNone/>
              <a:defRPr sz="6000" b="1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173" name="Google Shape;173;p16"/>
          <p:cNvSpPr txBox="1">
            <a:spLocks noGrp="1"/>
          </p:cNvSpPr>
          <p:nvPr>
            <p:ph type="body" idx="2"/>
          </p:nvPr>
        </p:nvSpPr>
        <p:spPr>
          <a:xfrm>
            <a:off x="1772325" y="8872400"/>
            <a:ext cx="4471800" cy="60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409575" algn="ctr">
              <a:spcBef>
                <a:spcPts val="0"/>
              </a:spcBef>
              <a:spcAft>
                <a:spcPts val="0"/>
              </a:spcAft>
              <a:buSzPts val="2850"/>
              <a:buFont typeface="Inter"/>
              <a:buChar char="●"/>
              <a:defRPr sz="2850" b="1">
                <a:latin typeface="Inter"/>
                <a:ea typeface="Inter"/>
                <a:cs typeface="Inter"/>
                <a:sym typeface="Inter"/>
              </a:defRPr>
            </a:lvl1pPr>
            <a:lvl2pPr marL="914400" lvl="1" indent="-409575" algn="ctr">
              <a:spcBef>
                <a:spcPts val="0"/>
              </a:spcBef>
              <a:spcAft>
                <a:spcPts val="0"/>
              </a:spcAft>
              <a:buSzPts val="2850"/>
              <a:buFont typeface="Inter"/>
              <a:buChar char="○"/>
              <a:defRPr sz="2850" b="1">
                <a:latin typeface="Inter"/>
                <a:ea typeface="Inter"/>
                <a:cs typeface="Inter"/>
                <a:sym typeface="Inter"/>
              </a:defRPr>
            </a:lvl2pPr>
            <a:lvl3pPr marL="1371600" lvl="2" indent="-409575" algn="ctr">
              <a:spcBef>
                <a:spcPts val="0"/>
              </a:spcBef>
              <a:spcAft>
                <a:spcPts val="0"/>
              </a:spcAft>
              <a:buSzPts val="2850"/>
              <a:buFont typeface="Inter"/>
              <a:buChar char="■"/>
              <a:defRPr sz="2850" b="1">
                <a:latin typeface="Inter"/>
                <a:ea typeface="Inter"/>
                <a:cs typeface="Inter"/>
                <a:sym typeface="Inter"/>
              </a:defRPr>
            </a:lvl3pPr>
            <a:lvl4pPr marL="1828800" lvl="3" indent="-409575" algn="ctr">
              <a:spcBef>
                <a:spcPts val="0"/>
              </a:spcBef>
              <a:spcAft>
                <a:spcPts val="0"/>
              </a:spcAft>
              <a:buSzPts val="2850"/>
              <a:buFont typeface="Inter"/>
              <a:buChar char="●"/>
              <a:defRPr sz="2850" b="1">
                <a:latin typeface="Inter"/>
                <a:ea typeface="Inter"/>
                <a:cs typeface="Inter"/>
                <a:sym typeface="Inter"/>
              </a:defRPr>
            </a:lvl4pPr>
            <a:lvl5pPr marL="2286000" lvl="4" indent="-409575" algn="ctr">
              <a:spcBef>
                <a:spcPts val="0"/>
              </a:spcBef>
              <a:spcAft>
                <a:spcPts val="0"/>
              </a:spcAft>
              <a:buSzPts val="2850"/>
              <a:buFont typeface="Inter"/>
              <a:buChar char="○"/>
              <a:defRPr sz="2850" b="1">
                <a:latin typeface="Inter"/>
                <a:ea typeface="Inter"/>
                <a:cs typeface="Inter"/>
                <a:sym typeface="Inter"/>
              </a:defRPr>
            </a:lvl5pPr>
            <a:lvl6pPr marL="2743200" lvl="5" indent="-409575" algn="ctr">
              <a:spcBef>
                <a:spcPts val="0"/>
              </a:spcBef>
              <a:spcAft>
                <a:spcPts val="0"/>
              </a:spcAft>
              <a:buSzPts val="2850"/>
              <a:buFont typeface="Inter"/>
              <a:buChar char="■"/>
              <a:defRPr sz="2850" b="1">
                <a:latin typeface="Inter"/>
                <a:ea typeface="Inter"/>
                <a:cs typeface="Inter"/>
                <a:sym typeface="Inter"/>
              </a:defRPr>
            </a:lvl6pPr>
            <a:lvl7pPr marL="3200400" lvl="6" indent="-409575" algn="ctr">
              <a:spcBef>
                <a:spcPts val="0"/>
              </a:spcBef>
              <a:spcAft>
                <a:spcPts val="0"/>
              </a:spcAft>
              <a:buSzPts val="2850"/>
              <a:buFont typeface="Inter"/>
              <a:buChar char="●"/>
              <a:defRPr sz="2850" b="1">
                <a:latin typeface="Inter"/>
                <a:ea typeface="Inter"/>
                <a:cs typeface="Inter"/>
                <a:sym typeface="Inter"/>
              </a:defRPr>
            </a:lvl7pPr>
            <a:lvl8pPr marL="3657600" lvl="7" indent="-409575" algn="ctr">
              <a:spcBef>
                <a:spcPts val="0"/>
              </a:spcBef>
              <a:spcAft>
                <a:spcPts val="0"/>
              </a:spcAft>
              <a:buSzPts val="2850"/>
              <a:buFont typeface="Inter"/>
              <a:buChar char="○"/>
              <a:defRPr sz="2850" b="1">
                <a:latin typeface="Inter"/>
                <a:ea typeface="Inter"/>
                <a:cs typeface="Inter"/>
                <a:sym typeface="Inter"/>
              </a:defRPr>
            </a:lvl8pPr>
            <a:lvl9pPr marL="4114800" lvl="8" indent="-409575" algn="ctr">
              <a:spcBef>
                <a:spcPts val="0"/>
              </a:spcBef>
              <a:spcAft>
                <a:spcPts val="0"/>
              </a:spcAft>
              <a:buSzPts val="2850"/>
              <a:buFont typeface="Inter"/>
              <a:buChar char="■"/>
              <a:defRPr sz="2850" b="1"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174" name="Google Shape;174;p16"/>
          <p:cNvSpPr txBox="1">
            <a:spLocks noGrp="1"/>
          </p:cNvSpPr>
          <p:nvPr>
            <p:ph type="body" idx="3"/>
          </p:nvPr>
        </p:nvSpPr>
        <p:spPr>
          <a:xfrm>
            <a:off x="1772325" y="9475700"/>
            <a:ext cx="4471800" cy="168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65125" algn="ctr">
              <a:spcBef>
                <a:spcPts val="0"/>
              </a:spcBef>
              <a:spcAft>
                <a:spcPts val="0"/>
              </a:spcAft>
              <a:buSzPts val="2150"/>
              <a:buFont typeface="Inter"/>
              <a:buChar char="●"/>
              <a:defRPr sz="2150">
                <a:latin typeface="Inter"/>
                <a:ea typeface="Inter"/>
                <a:cs typeface="Inter"/>
                <a:sym typeface="Inter"/>
              </a:defRPr>
            </a:lvl1pPr>
            <a:lvl2pPr marL="914400" lvl="1" indent="-365125" algn="ctr">
              <a:spcBef>
                <a:spcPts val="0"/>
              </a:spcBef>
              <a:spcAft>
                <a:spcPts val="0"/>
              </a:spcAft>
              <a:buSzPts val="2150"/>
              <a:buFont typeface="Inter"/>
              <a:buChar char="○"/>
              <a:defRPr sz="2150">
                <a:latin typeface="Inter"/>
                <a:ea typeface="Inter"/>
                <a:cs typeface="Inter"/>
                <a:sym typeface="Inter"/>
              </a:defRPr>
            </a:lvl2pPr>
            <a:lvl3pPr marL="1371600" lvl="2" indent="-365125" algn="ctr">
              <a:spcBef>
                <a:spcPts val="0"/>
              </a:spcBef>
              <a:spcAft>
                <a:spcPts val="0"/>
              </a:spcAft>
              <a:buSzPts val="2150"/>
              <a:buFont typeface="Inter"/>
              <a:buChar char="■"/>
              <a:defRPr sz="2150">
                <a:latin typeface="Inter"/>
                <a:ea typeface="Inter"/>
                <a:cs typeface="Inter"/>
                <a:sym typeface="Inter"/>
              </a:defRPr>
            </a:lvl3pPr>
            <a:lvl4pPr marL="1828800" lvl="3" indent="-365125" algn="ctr">
              <a:spcBef>
                <a:spcPts val="0"/>
              </a:spcBef>
              <a:spcAft>
                <a:spcPts val="0"/>
              </a:spcAft>
              <a:buSzPts val="2150"/>
              <a:buFont typeface="Inter"/>
              <a:buChar char="●"/>
              <a:defRPr sz="2150">
                <a:latin typeface="Inter"/>
                <a:ea typeface="Inter"/>
                <a:cs typeface="Inter"/>
                <a:sym typeface="Inter"/>
              </a:defRPr>
            </a:lvl4pPr>
            <a:lvl5pPr marL="2286000" lvl="4" indent="-365125" algn="ctr">
              <a:spcBef>
                <a:spcPts val="0"/>
              </a:spcBef>
              <a:spcAft>
                <a:spcPts val="0"/>
              </a:spcAft>
              <a:buSzPts val="2150"/>
              <a:buFont typeface="Inter"/>
              <a:buChar char="○"/>
              <a:defRPr sz="2150">
                <a:latin typeface="Inter"/>
                <a:ea typeface="Inter"/>
                <a:cs typeface="Inter"/>
                <a:sym typeface="Inter"/>
              </a:defRPr>
            </a:lvl5pPr>
            <a:lvl6pPr marL="2743200" lvl="5" indent="-365125" algn="ctr">
              <a:spcBef>
                <a:spcPts val="0"/>
              </a:spcBef>
              <a:spcAft>
                <a:spcPts val="0"/>
              </a:spcAft>
              <a:buSzPts val="2150"/>
              <a:buFont typeface="Inter"/>
              <a:buChar char="■"/>
              <a:defRPr sz="2150">
                <a:latin typeface="Inter"/>
                <a:ea typeface="Inter"/>
                <a:cs typeface="Inter"/>
                <a:sym typeface="Inter"/>
              </a:defRPr>
            </a:lvl6pPr>
            <a:lvl7pPr marL="3200400" lvl="6" indent="-365125" algn="ctr">
              <a:spcBef>
                <a:spcPts val="0"/>
              </a:spcBef>
              <a:spcAft>
                <a:spcPts val="0"/>
              </a:spcAft>
              <a:buSzPts val="2150"/>
              <a:buFont typeface="Inter"/>
              <a:buChar char="●"/>
              <a:defRPr sz="2150">
                <a:latin typeface="Inter"/>
                <a:ea typeface="Inter"/>
                <a:cs typeface="Inter"/>
                <a:sym typeface="Inter"/>
              </a:defRPr>
            </a:lvl7pPr>
            <a:lvl8pPr marL="3657600" lvl="7" indent="-365125" algn="ctr">
              <a:spcBef>
                <a:spcPts val="0"/>
              </a:spcBef>
              <a:spcAft>
                <a:spcPts val="0"/>
              </a:spcAft>
              <a:buSzPts val="2150"/>
              <a:buFont typeface="Inter"/>
              <a:buChar char="○"/>
              <a:defRPr sz="2150">
                <a:latin typeface="Inter"/>
                <a:ea typeface="Inter"/>
                <a:cs typeface="Inter"/>
                <a:sym typeface="Inter"/>
              </a:defRPr>
            </a:lvl8pPr>
            <a:lvl9pPr marL="4114800" lvl="8" indent="-365125" algn="ctr">
              <a:spcBef>
                <a:spcPts val="0"/>
              </a:spcBef>
              <a:spcAft>
                <a:spcPts val="0"/>
              </a:spcAft>
              <a:buSzPts val="2150"/>
              <a:buFont typeface="Inter"/>
              <a:buChar char="■"/>
              <a:defRPr sz="2150"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175" name="Google Shape;175;p16"/>
          <p:cNvSpPr txBox="1">
            <a:spLocks noGrp="1"/>
          </p:cNvSpPr>
          <p:nvPr>
            <p:ph type="body" idx="4"/>
          </p:nvPr>
        </p:nvSpPr>
        <p:spPr>
          <a:xfrm>
            <a:off x="7816150" y="8872400"/>
            <a:ext cx="4471800" cy="60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409575" algn="ctr">
              <a:spcBef>
                <a:spcPts val="0"/>
              </a:spcBef>
              <a:spcAft>
                <a:spcPts val="0"/>
              </a:spcAft>
              <a:buSzPts val="2850"/>
              <a:buFont typeface="Inter"/>
              <a:buChar char="●"/>
              <a:defRPr sz="2850" b="1">
                <a:latin typeface="Inter"/>
                <a:ea typeface="Inter"/>
                <a:cs typeface="Inter"/>
                <a:sym typeface="Inter"/>
              </a:defRPr>
            </a:lvl1pPr>
            <a:lvl2pPr marL="914400" lvl="1" indent="-409575" algn="ctr">
              <a:spcBef>
                <a:spcPts val="0"/>
              </a:spcBef>
              <a:spcAft>
                <a:spcPts val="0"/>
              </a:spcAft>
              <a:buSzPts val="2850"/>
              <a:buFont typeface="Inter"/>
              <a:buChar char="○"/>
              <a:defRPr sz="2850" b="1">
                <a:latin typeface="Inter"/>
                <a:ea typeface="Inter"/>
                <a:cs typeface="Inter"/>
                <a:sym typeface="Inter"/>
              </a:defRPr>
            </a:lvl2pPr>
            <a:lvl3pPr marL="1371600" lvl="2" indent="-409575" algn="ctr">
              <a:spcBef>
                <a:spcPts val="0"/>
              </a:spcBef>
              <a:spcAft>
                <a:spcPts val="0"/>
              </a:spcAft>
              <a:buSzPts val="2850"/>
              <a:buFont typeface="Inter"/>
              <a:buChar char="■"/>
              <a:defRPr sz="2850" b="1">
                <a:latin typeface="Inter"/>
                <a:ea typeface="Inter"/>
                <a:cs typeface="Inter"/>
                <a:sym typeface="Inter"/>
              </a:defRPr>
            </a:lvl3pPr>
            <a:lvl4pPr marL="1828800" lvl="3" indent="-409575" algn="ctr">
              <a:spcBef>
                <a:spcPts val="0"/>
              </a:spcBef>
              <a:spcAft>
                <a:spcPts val="0"/>
              </a:spcAft>
              <a:buSzPts val="2850"/>
              <a:buFont typeface="Inter"/>
              <a:buChar char="●"/>
              <a:defRPr sz="2850" b="1">
                <a:latin typeface="Inter"/>
                <a:ea typeface="Inter"/>
                <a:cs typeface="Inter"/>
                <a:sym typeface="Inter"/>
              </a:defRPr>
            </a:lvl4pPr>
            <a:lvl5pPr marL="2286000" lvl="4" indent="-409575" algn="ctr">
              <a:spcBef>
                <a:spcPts val="0"/>
              </a:spcBef>
              <a:spcAft>
                <a:spcPts val="0"/>
              </a:spcAft>
              <a:buSzPts val="2850"/>
              <a:buFont typeface="Inter"/>
              <a:buChar char="○"/>
              <a:defRPr sz="2850" b="1">
                <a:latin typeface="Inter"/>
                <a:ea typeface="Inter"/>
                <a:cs typeface="Inter"/>
                <a:sym typeface="Inter"/>
              </a:defRPr>
            </a:lvl5pPr>
            <a:lvl6pPr marL="2743200" lvl="5" indent="-409575" algn="ctr">
              <a:spcBef>
                <a:spcPts val="0"/>
              </a:spcBef>
              <a:spcAft>
                <a:spcPts val="0"/>
              </a:spcAft>
              <a:buSzPts val="2850"/>
              <a:buFont typeface="Inter"/>
              <a:buChar char="■"/>
              <a:defRPr sz="2850" b="1">
                <a:latin typeface="Inter"/>
                <a:ea typeface="Inter"/>
                <a:cs typeface="Inter"/>
                <a:sym typeface="Inter"/>
              </a:defRPr>
            </a:lvl6pPr>
            <a:lvl7pPr marL="3200400" lvl="6" indent="-409575" algn="ctr">
              <a:spcBef>
                <a:spcPts val="0"/>
              </a:spcBef>
              <a:spcAft>
                <a:spcPts val="0"/>
              </a:spcAft>
              <a:buSzPts val="2850"/>
              <a:buFont typeface="Inter"/>
              <a:buChar char="●"/>
              <a:defRPr sz="2850" b="1">
                <a:latin typeface="Inter"/>
                <a:ea typeface="Inter"/>
                <a:cs typeface="Inter"/>
                <a:sym typeface="Inter"/>
              </a:defRPr>
            </a:lvl7pPr>
            <a:lvl8pPr marL="3657600" lvl="7" indent="-409575" algn="ctr">
              <a:spcBef>
                <a:spcPts val="0"/>
              </a:spcBef>
              <a:spcAft>
                <a:spcPts val="0"/>
              </a:spcAft>
              <a:buSzPts val="2850"/>
              <a:buFont typeface="Inter"/>
              <a:buChar char="○"/>
              <a:defRPr sz="2850" b="1">
                <a:latin typeface="Inter"/>
                <a:ea typeface="Inter"/>
                <a:cs typeface="Inter"/>
                <a:sym typeface="Inter"/>
              </a:defRPr>
            </a:lvl8pPr>
            <a:lvl9pPr marL="4114800" lvl="8" indent="-409575" algn="ctr">
              <a:spcBef>
                <a:spcPts val="0"/>
              </a:spcBef>
              <a:spcAft>
                <a:spcPts val="0"/>
              </a:spcAft>
              <a:buSzPts val="2850"/>
              <a:buFont typeface="Inter"/>
              <a:buChar char="■"/>
              <a:defRPr sz="2850" b="1"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176" name="Google Shape;176;p16"/>
          <p:cNvSpPr txBox="1">
            <a:spLocks noGrp="1"/>
          </p:cNvSpPr>
          <p:nvPr>
            <p:ph type="body" idx="5"/>
          </p:nvPr>
        </p:nvSpPr>
        <p:spPr>
          <a:xfrm>
            <a:off x="7816150" y="9475700"/>
            <a:ext cx="4471800" cy="168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65125" algn="ctr">
              <a:spcBef>
                <a:spcPts val="0"/>
              </a:spcBef>
              <a:spcAft>
                <a:spcPts val="0"/>
              </a:spcAft>
              <a:buSzPts val="2150"/>
              <a:buFont typeface="Inter"/>
              <a:buChar char="●"/>
              <a:defRPr sz="2150">
                <a:latin typeface="Inter"/>
                <a:ea typeface="Inter"/>
                <a:cs typeface="Inter"/>
                <a:sym typeface="Inter"/>
              </a:defRPr>
            </a:lvl1pPr>
            <a:lvl2pPr marL="914400" lvl="1" indent="-365125" algn="ctr">
              <a:spcBef>
                <a:spcPts val="0"/>
              </a:spcBef>
              <a:spcAft>
                <a:spcPts val="0"/>
              </a:spcAft>
              <a:buSzPts val="2150"/>
              <a:buFont typeface="Inter"/>
              <a:buChar char="○"/>
              <a:defRPr sz="2150">
                <a:latin typeface="Inter"/>
                <a:ea typeface="Inter"/>
                <a:cs typeface="Inter"/>
                <a:sym typeface="Inter"/>
              </a:defRPr>
            </a:lvl2pPr>
            <a:lvl3pPr marL="1371600" lvl="2" indent="-365125" algn="ctr">
              <a:spcBef>
                <a:spcPts val="0"/>
              </a:spcBef>
              <a:spcAft>
                <a:spcPts val="0"/>
              </a:spcAft>
              <a:buSzPts val="2150"/>
              <a:buFont typeface="Inter"/>
              <a:buChar char="■"/>
              <a:defRPr sz="2150">
                <a:latin typeface="Inter"/>
                <a:ea typeface="Inter"/>
                <a:cs typeface="Inter"/>
                <a:sym typeface="Inter"/>
              </a:defRPr>
            </a:lvl3pPr>
            <a:lvl4pPr marL="1828800" lvl="3" indent="-365125" algn="ctr">
              <a:spcBef>
                <a:spcPts val="0"/>
              </a:spcBef>
              <a:spcAft>
                <a:spcPts val="0"/>
              </a:spcAft>
              <a:buSzPts val="2150"/>
              <a:buFont typeface="Inter"/>
              <a:buChar char="●"/>
              <a:defRPr sz="2150">
                <a:latin typeface="Inter"/>
                <a:ea typeface="Inter"/>
                <a:cs typeface="Inter"/>
                <a:sym typeface="Inter"/>
              </a:defRPr>
            </a:lvl4pPr>
            <a:lvl5pPr marL="2286000" lvl="4" indent="-365125" algn="ctr">
              <a:spcBef>
                <a:spcPts val="0"/>
              </a:spcBef>
              <a:spcAft>
                <a:spcPts val="0"/>
              </a:spcAft>
              <a:buSzPts val="2150"/>
              <a:buFont typeface="Inter"/>
              <a:buChar char="○"/>
              <a:defRPr sz="2150">
                <a:latin typeface="Inter"/>
                <a:ea typeface="Inter"/>
                <a:cs typeface="Inter"/>
                <a:sym typeface="Inter"/>
              </a:defRPr>
            </a:lvl5pPr>
            <a:lvl6pPr marL="2743200" lvl="5" indent="-365125" algn="ctr">
              <a:spcBef>
                <a:spcPts val="0"/>
              </a:spcBef>
              <a:spcAft>
                <a:spcPts val="0"/>
              </a:spcAft>
              <a:buSzPts val="2150"/>
              <a:buFont typeface="Inter"/>
              <a:buChar char="■"/>
              <a:defRPr sz="2150">
                <a:latin typeface="Inter"/>
                <a:ea typeface="Inter"/>
                <a:cs typeface="Inter"/>
                <a:sym typeface="Inter"/>
              </a:defRPr>
            </a:lvl6pPr>
            <a:lvl7pPr marL="3200400" lvl="6" indent="-365125" algn="ctr">
              <a:spcBef>
                <a:spcPts val="0"/>
              </a:spcBef>
              <a:spcAft>
                <a:spcPts val="0"/>
              </a:spcAft>
              <a:buSzPts val="2150"/>
              <a:buFont typeface="Inter"/>
              <a:buChar char="●"/>
              <a:defRPr sz="2150">
                <a:latin typeface="Inter"/>
                <a:ea typeface="Inter"/>
                <a:cs typeface="Inter"/>
                <a:sym typeface="Inter"/>
              </a:defRPr>
            </a:lvl7pPr>
            <a:lvl8pPr marL="3657600" lvl="7" indent="-365125" algn="ctr">
              <a:spcBef>
                <a:spcPts val="0"/>
              </a:spcBef>
              <a:spcAft>
                <a:spcPts val="0"/>
              </a:spcAft>
              <a:buSzPts val="2150"/>
              <a:buFont typeface="Inter"/>
              <a:buChar char="○"/>
              <a:defRPr sz="2150">
                <a:latin typeface="Inter"/>
                <a:ea typeface="Inter"/>
                <a:cs typeface="Inter"/>
                <a:sym typeface="Inter"/>
              </a:defRPr>
            </a:lvl8pPr>
            <a:lvl9pPr marL="4114800" lvl="8" indent="-365125" algn="ctr">
              <a:spcBef>
                <a:spcPts val="0"/>
              </a:spcBef>
              <a:spcAft>
                <a:spcPts val="0"/>
              </a:spcAft>
              <a:buSzPts val="2150"/>
              <a:buFont typeface="Inter"/>
              <a:buChar char="■"/>
              <a:defRPr sz="2150"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177" name="Google Shape;177;p16"/>
          <p:cNvSpPr txBox="1">
            <a:spLocks noGrp="1"/>
          </p:cNvSpPr>
          <p:nvPr>
            <p:ph type="body" idx="6"/>
          </p:nvPr>
        </p:nvSpPr>
        <p:spPr>
          <a:xfrm>
            <a:off x="13935825" y="8872400"/>
            <a:ext cx="4471800" cy="60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409575" algn="ctr">
              <a:spcBef>
                <a:spcPts val="0"/>
              </a:spcBef>
              <a:spcAft>
                <a:spcPts val="0"/>
              </a:spcAft>
              <a:buSzPts val="2850"/>
              <a:buFont typeface="Inter"/>
              <a:buChar char="●"/>
              <a:defRPr sz="2850" b="1">
                <a:latin typeface="Inter"/>
                <a:ea typeface="Inter"/>
                <a:cs typeface="Inter"/>
                <a:sym typeface="Inter"/>
              </a:defRPr>
            </a:lvl1pPr>
            <a:lvl2pPr marL="914400" lvl="1" indent="-409575" algn="ctr">
              <a:spcBef>
                <a:spcPts val="0"/>
              </a:spcBef>
              <a:spcAft>
                <a:spcPts val="0"/>
              </a:spcAft>
              <a:buSzPts val="2850"/>
              <a:buFont typeface="Inter"/>
              <a:buChar char="○"/>
              <a:defRPr sz="2850" b="1">
                <a:latin typeface="Inter"/>
                <a:ea typeface="Inter"/>
                <a:cs typeface="Inter"/>
                <a:sym typeface="Inter"/>
              </a:defRPr>
            </a:lvl2pPr>
            <a:lvl3pPr marL="1371600" lvl="2" indent="-409575" algn="ctr">
              <a:spcBef>
                <a:spcPts val="0"/>
              </a:spcBef>
              <a:spcAft>
                <a:spcPts val="0"/>
              </a:spcAft>
              <a:buSzPts val="2850"/>
              <a:buFont typeface="Inter"/>
              <a:buChar char="■"/>
              <a:defRPr sz="2850" b="1">
                <a:latin typeface="Inter"/>
                <a:ea typeface="Inter"/>
                <a:cs typeface="Inter"/>
                <a:sym typeface="Inter"/>
              </a:defRPr>
            </a:lvl3pPr>
            <a:lvl4pPr marL="1828800" lvl="3" indent="-409575" algn="ctr">
              <a:spcBef>
                <a:spcPts val="0"/>
              </a:spcBef>
              <a:spcAft>
                <a:spcPts val="0"/>
              </a:spcAft>
              <a:buSzPts val="2850"/>
              <a:buFont typeface="Inter"/>
              <a:buChar char="●"/>
              <a:defRPr sz="2850" b="1">
                <a:latin typeface="Inter"/>
                <a:ea typeface="Inter"/>
                <a:cs typeface="Inter"/>
                <a:sym typeface="Inter"/>
              </a:defRPr>
            </a:lvl4pPr>
            <a:lvl5pPr marL="2286000" lvl="4" indent="-409575" algn="ctr">
              <a:spcBef>
                <a:spcPts val="0"/>
              </a:spcBef>
              <a:spcAft>
                <a:spcPts val="0"/>
              </a:spcAft>
              <a:buSzPts val="2850"/>
              <a:buFont typeface="Inter"/>
              <a:buChar char="○"/>
              <a:defRPr sz="2850" b="1">
                <a:latin typeface="Inter"/>
                <a:ea typeface="Inter"/>
                <a:cs typeface="Inter"/>
                <a:sym typeface="Inter"/>
              </a:defRPr>
            </a:lvl5pPr>
            <a:lvl6pPr marL="2743200" lvl="5" indent="-409575" algn="ctr">
              <a:spcBef>
                <a:spcPts val="0"/>
              </a:spcBef>
              <a:spcAft>
                <a:spcPts val="0"/>
              </a:spcAft>
              <a:buSzPts val="2850"/>
              <a:buFont typeface="Inter"/>
              <a:buChar char="■"/>
              <a:defRPr sz="2850" b="1">
                <a:latin typeface="Inter"/>
                <a:ea typeface="Inter"/>
                <a:cs typeface="Inter"/>
                <a:sym typeface="Inter"/>
              </a:defRPr>
            </a:lvl6pPr>
            <a:lvl7pPr marL="3200400" lvl="6" indent="-409575" algn="ctr">
              <a:spcBef>
                <a:spcPts val="0"/>
              </a:spcBef>
              <a:spcAft>
                <a:spcPts val="0"/>
              </a:spcAft>
              <a:buSzPts val="2850"/>
              <a:buFont typeface="Inter"/>
              <a:buChar char="●"/>
              <a:defRPr sz="2850" b="1">
                <a:latin typeface="Inter"/>
                <a:ea typeface="Inter"/>
                <a:cs typeface="Inter"/>
                <a:sym typeface="Inter"/>
              </a:defRPr>
            </a:lvl7pPr>
            <a:lvl8pPr marL="3657600" lvl="7" indent="-409575" algn="ctr">
              <a:spcBef>
                <a:spcPts val="0"/>
              </a:spcBef>
              <a:spcAft>
                <a:spcPts val="0"/>
              </a:spcAft>
              <a:buSzPts val="2850"/>
              <a:buFont typeface="Inter"/>
              <a:buChar char="○"/>
              <a:defRPr sz="2850" b="1">
                <a:latin typeface="Inter"/>
                <a:ea typeface="Inter"/>
                <a:cs typeface="Inter"/>
                <a:sym typeface="Inter"/>
              </a:defRPr>
            </a:lvl8pPr>
            <a:lvl9pPr marL="4114800" lvl="8" indent="-409575" algn="ctr">
              <a:spcBef>
                <a:spcPts val="0"/>
              </a:spcBef>
              <a:spcAft>
                <a:spcPts val="0"/>
              </a:spcAft>
              <a:buSzPts val="2850"/>
              <a:buFont typeface="Inter"/>
              <a:buChar char="■"/>
              <a:defRPr sz="2850" b="1"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178" name="Google Shape;178;p16"/>
          <p:cNvSpPr txBox="1">
            <a:spLocks noGrp="1"/>
          </p:cNvSpPr>
          <p:nvPr>
            <p:ph type="body" idx="7"/>
          </p:nvPr>
        </p:nvSpPr>
        <p:spPr>
          <a:xfrm>
            <a:off x="13935825" y="9475700"/>
            <a:ext cx="4471800" cy="168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65125" algn="ctr">
              <a:spcBef>
                <a:spcPts val="0"/>
              </a:spcBef>
              <a:spcAft>
                <a:spcPts val="0"/>
              </a:spcAft>
              <a:buSzPts val="2150"/>
              <a:buFont typeface="Inter"/>
              <a:buChar char="●"/>
              <a:defRPr sz="2150">
                <a:latin typeface="Inter"/>
                <a:ea typeface="Inter"/>
                <a:cs typeface="Inter"/>
                <a:sym typeface="Inter"/>
              </a:defRPr>
            </a:lvl1pPr>
            <a:lvl2pPr marL="914400" lvl="1" indent="-365125" algn="ctr">
              <a:spcBef>
                <a:spcPts val="0"/>
              </a:spcBef>
              <a:spcAft>
                <a:spcPts val="0"/>
              </a:spcAft>
              <a:buSzPts val="2150"/>
              <a:buFont typeface="Inter"/>
              <a:buChar char="○"/>
              <a:defRPr sz="2150">
                <a:latin typeface="Inter"/>
                <a:ea typeface="Inter"/>
                <a:cs typeface="Inter"/>
                <a:sym typeface="Inter"/>
              </a:defRPr>
            </a:lvl2pPr>
            <a:lvl3pPr marL="1371600" lvl="2" indent="-365125" algn="ctr">
              <a:spcBef>
                <a:spcPts val="0"/>
              </a:spcBef>
              <a:spcAft>
                <a:spcPts val="0"/>
              </a:spcAft>
              <a:buSzPts val="2150"/>
              <a:buFont typeface="Inter"/>
              <a:buChar char="■"/>
              <a:defRPr sz="2150">
                <a:latin typeface="Inter"/>
                <a:ea typeface="Inter"/>
                <a:cs typeface="Inter"/>
                <a:sym typeface="Inter"/>
              </a:defRPr>
            </a:lvl3pPr>
            <a:lvl4pPr marL="1828800" lvl="3" indent="-365125" algn="ctr">
              <a:spcBef>
                <a:spcPts val="0"/>
              </a:spcBef>
              <a:spcAft>
                <a:spcPts val="0"/>
              </a:spcAft>
              <a:buSzPts val="2150"/>
              <a:buFont typeface="Inter"/>
              <a:buChar char="●"/>
              <a:defRPr sz="2150">
                <a:latin typeface="Inter"/>
                <a:ea typeface="Inter"/>
                <a:cs typeface="Inter"/>
                <a:sym typeface="Inter"/>
              </a:defRPr>
            </a:lvl4pPr>
            <a:lvl5pPr marL="2286000" lvl="4" indent="-365125" algn="ctr">
              <a:spcBef>
                <a:spcPts val="0"/>
              </a:spcBef>
              <a:spcAft>
                <a:spcPts val="0"/>
              </a:spcAft>
              <a:buSzPts val="2150"/>
              <a:buFont typeface="Inter"/>
              <a:buChar char="○"/>
              <a:defRPr sz="2150">
                <a:latin typeface="Inter"/>
                <a:ea typeface="Inter"/>
                <a:cs typeface="Inter"/>
                <a:sym typeface="Inter"/>
              </a:defRPr>
            </a:lvl5pPr>
            <a:lvl6pPr marL="2743200" lvl="5" indent="-365125" algn="ctr">
              <a:spcBef>
                <a:spcPts val="0"/>
              </a:spcBef>
              <a:spcAft>
                <a:spcPts val="0"/>
              </a:spcAft>
              <a:buSzPts val="2150"/>
              <a:buFont typeface="Inter"/>
              <a:buChar char="■"/>
              <a:defRPr sz="2150">
                <a:latin typeface="Inter"/>
                <a:ea typeface="Inter"/>
                <a:cs typeface="Inter"/>
                <a:sym typeface="Inter"/>
              </a:defRPr>
            </a:lvl6pPr>
            <a:lvl7pPr marL="3200400" lvl="6" indent="-365125" algn="ctr">
              <a:spcBef>
                <a:spcPts val="0"/>
              </a:spcBef>
              <a:spcAft>
                <a:spcPts val="0"/>
              </a:spcAft>
              <a:buSzPts val="2150"/>
              <a:buFont typeface="Inter"/>
              <a:buChar char="●"/>
              <a:defRPr sz="2150">
                <a:latin typeface="Inter"/>
                <a:ea typeface="Inter"/>
                <a:cs typeface="Inter"/>
                <a:sym typeface="Inter"/>
              </a:defRPr>
            </a:lvl7pPr>
            <a:lvl8pPr marL="3657600" lvl="7" indent="-365125" algn="ctr">
              <a:spcBef>
                <a:spcPts val="0"/>
              </a:spcBef>
              <a:spcAft>
                <a:spcPts val="0"/>
              </a:spcAft>
              <a:buSzPts val="2150"/>
              <a:buFont typeface="Inter"/>
              <a:buChar char="○"/>
              <a:defRPr sz="2150">
                <a:latin typeface="Inter"/>
                <a:ea typeface="Inter"/>
                <a:cs typeface="Inter"/>
                <a:sym typeface="Inter"/>
              </a:defRPr>
            </a:lvl8pPr>
            <a:lvl9pPr marL="4114800" lvl="8" indent="-365125" algn="ctr">
              <a:spcBef>
                <a:spcPts val="0"/>
              </a:spcBef>
              <a:spcAft>
                <a:spcPts val="0"/>
              </a:spcAft>
              <a:buSzPts val="2150"/>
              <a:buFont typeface="Inter"/>
              <a:buChar char="■"/>
              <a:defRPr sz="2150"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179" name="Google Shape;179;p16"/>
          <p:cNvSpPr>
            <a:spLocks noGrp="1"/>
          </p:cNvSpPr>
          <p:nvPr>
            <p:ph type="pic" idx="8"/>
          </p:nvPr>
        </p:nvSpPr>
        <p:spPr>
          <a:xfrm>
            <a:off x="4835150" y="3015825"/>
            <a:ext cx="10932300" cy="53925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slide">
  <p:cSld name="CUSTOM_9"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7"/>
          <p:cNvSpPr txBox="1"/>
          <p:nvPr/>
        </p:nvSpPr>
        <p:spPr>
          <a:xfrm>
            <a:off x="3768802" y="9288157"/>
            <a:ext cx="431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1425" rIns="0" bIns="0" anchor="t" anchorCtr="0">
            <a:spAutoFit/>
          </a:bodyPr>
          <a:lstStyle/>
          <a:p>
            <a:pPr marL="12700" marR="508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5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Here is student review placeholder.Balancing work and study felt realistic here.</a:t>
            </a:r>
            <a:endParaRPr sz="2450"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sp>
        <p:nvSpPr>
          <p:cNvPr id="182" name="Google Shape;182;p17"/>
          <p:cNvSpPr/>
          <p:nvPr/>
        </p:nvSpPr>
        <p:spPr>
          <a:xfrm>
            <a:off x="3017049" y="2811044"/>
            <a:ext cx="5819775" cy="8497570"/>
          </a:xfrm>
          <a:custGeom>
            <a:avLst/>
            <a:gdLst/>
            <a:ahLst/>
            <a:cxnLst/>
            <a:rect l="l" t="t" r="r" b="b"/>
            <a:pathLst>
              <a:path w="5819775" h="8497570" extrusionOk="0">
                <a:moveTo>
                  <a:pt x="4820156" y="0"/>
                </a:moveTo>
                <a:lnTo>
                  <a:pt x="1012660" y="0"/>
                </a:lnTo>
                <a:lnTo>
                  <a:pt x="951166" y="953"/>
                </a:lnTo>
                <a:lnTo>
                  <a:pt x="891758" y="3792"/>
                </a:lnTo>
                <a:lnTo>
                  <a:pt x="834421" y="8483"/>
                </a:lnTo>
                <a:lnTo>
                  <a:pt x="779140" y="14995"/>
                </a:lnTo>
                <a:lnTo>
                  <a:pt x="725899" y="23295"/>
                </a:lnTo>
                <a:lnTo>
                  <a:pt x="674683" y="33351"/>
                </a:lnTo>
                <a:lnTo>
                  <a:pt x="625476" y="45129"/>
                </a:lnTo>
                <a:lnTo>
                  <a:pt x="578263" y="58597"/>
                </a:lnTo>
                <a:lnTo>
                  <a:pt x="533029" y="73724"/>
                </a:lnTo>
                <a:lnTo>
                  <a:pt x="489757" y="90476"/>
                </a:lnTo>
                <a:lnTo>
                  <a:pt x="448433" y="108821"/>
                </a:lnTo>
                <a:lnTo>
                  <a:pt x="409042" y="128726"/>
                </a:lnTo>
                <a:lnTo>
                  <a:pt x="371566" y="150159"/>
                </a:lnTo>
                <a:lnTo>
                  <a:pt x="335992" y="173088"/>
                </a:lnTo>
                <a:lnTo>
                  <a:pt x="302304" y="197480"/>
                </a:lnTo>
                <a:lnTo>
                  <a:pt x="270486" y="223303"/>
                </a:lnTo>
                <a:lnTo>
                  <a:pt x="240524" y="250523"/>
                </a:lnTo>
                <a:lnTo>
                  <a:pt x="212400" y="279109"/>
                </a:lnTo>
                <a:lnTo>
                  <a:pt x="186101" y="309029"/>
                </a:lnTo>
                <a:lnTo>
                  <a:pt x="161610" y="340249"/>
                </a:lnTo>
                <a:lnTo>
                  <a:pt x="138913" y="372736"/>
                </a:lnTo>
                <a:lnTo>
                  <a:pt x="117993" y="406460"/>
                </a:lnTo>
                <a:lnTo>
                  <a:pt x="98835" y="441387"/>
                </a:lnTo>
                <a:lnTo>
                  <a:pt x="81425" y="477484"/>
                </a:lnTo>
                <a:lnTo>
                  <a:pt x="65746" y="514720"/>
                </a:lnTo>
                <a:lnTo>
                  <a:pt x="51782" y="553061"/>
                </a:lnTo>
                <a:lnTo>
                  <a:pt x="39520" y="592476"/>
                </a:lnTo>
                <a:lnTo>
                  <a:pt x="28942" y="632931"/>
                </a:lnTo>
                <a:lnTo>
                  <a:pt x="20034" y="674395"/>
                </a:lnTo>
                <a:lnTo>
                  <a:pt x="12781" y="716834"/>
                </a:lnTo>
                <a:lnTo>
                  <a:pt x="7166" y="760217"/>
                </a:lnTo>
                <a:lnTo>
                  <a:pt x="3174" y="804510"/>
                </a:lnTo>
                <a:lnTo>
                  <a:pt x="791" y="849682"/>
                </a:lnTo>
                <a:lnTo>
                  <a:pt x="0" y="895700"/>
                </a:lnTo>
                <a:lnTo>
                  <a:pt x="0" y="8497511"/>
                </a:lnTo>
                <a:lnTo>
                  <a:pt x="44773" y="8497511"/>
                </a:lnTo>
                <a:lnTo>
                  <a:pt x="44773" y="895700"/>
                </a:lnTo>
                <a:lnTo>
                  <a:pt x="45644" y="849682"/>
                </a:lnTo>
                <a:lnTo>
                  <a:pt x="48578" y="796565"/>
                </a:lnTo>
                <a:lnTo>
                  <a:pt x="53332" y="749066"/>
                </a:lnTo>
                <a:lnTo>
                  <a:pt x="59986" y="702966"/>
                </a:lnTo>
                <a:lnTo>
                  <a:pt x="68538" y="658279"/>
                </a:lnTo>
                <a:lnTo>
                  <a:pt x="78987" y="615021"/>
                </a:lnTo>
                <a:lnTo>
                  <a:pt x="91332" y="573206"/>
                </a:lnTo>
                <a:lnTo>
                  <a:pt x="105572" y="532850"/>
                </a:lnTo>
                <a:lnTo>
                  <a:pt x="121706" y="493966"/>
                </a:lnTo>
                <a:lnTo>
                  <a:pt x="139732" y="456570"/>
                </a:lnTo>
                <a:lnTo>
                  <a:pt x="159649" y="420677"/>
                </a:lnTo>
                <a:lnTo>
                  <a:pt x="181456" y="386301"/>
                </a:lnTo>
                <a:lnTo>
                  <a:pt x="205152" y="353458"/>
                </a:lnTo>
                <a:lnTo>
                  <a:pt x="230736" y="322161"/>
                </a:lnTo>
                <a:lnTo>
                  <a:pt x="258206" y="292427"/>
                </a:lnTo>
                <a:lnTo>
                  <a:pt x="287561" y="264269"/>
                </a:lnTo>
                <a:lnTo>
                  <a:pt x="318801" y="237703"/>
                </a:lnTo>
                <a:lnTo>
                  <a:pt x="351923" y="212743"/>
                </a:lnTo>
                <a:lnTo>
                  <a:pt x="386927" y="189405"/>
                </a:lnTo>
                <a:lnTo>
                  <a:pt x="423811" y="167703"/>
                </a:lnTo>
                <a:lnTo>
                  <a:pt x="462574" y="147651"/>
                </a:lnTo>
                <a:lnTo>
                  <a:pt x="503216" y="129266"/>
                </a:lnTo>
                <a:lnTo>
                  <a:pt x="545734" y="112561"/>
                </a:lnTo>
                <a:lnTo>
                  <a:pt x="590128" y="97552"/>
                </a:lnTo>
                <a:lnTo>
                  <a:pt x="636397" y="84252"/>
                </a:lnTo>
                <a:lnTo>
                  <a:pt x="684538" y="72678"/>
                </a:lnTo>
                <a:lnTo>
                  <a:pt x="734552" y="62844"/>
                </a:lnTo>
                <a:lnTo>
                  <a:pt x="786437" y="54765"/>
                </a:lnTo>
                <a:lnTo>
                  <a:pt x="840191" y="48455"/>
                </a:lnTo>
                <a:lnTo>
                  <a:pt x="895814" y="43930"/>
                </a:lnTo>
                <a:lnTo>
                  <a:pt x="953304" y="41203"/>
                </a:lnTo>
                <a:lnTo>
                  <a:pt x="1012660" y="40291"/>
                </a:lnTo>
                <a:lnTo>
                  <a:pt x="5176019" y="40291"/>
                </a:lnTo>
                <a:lnTo>
                  <a:pt x="5151772" y="34412"/>
                </a:lnTo>
                <a:lnTo>
                  <a:pt x="5110660" y="25899"/>
                </a:lnTo>
                <a:lnTo>
                  <a:pt x="5069265" y="18700"/>
                </a:lnTo>
                <a:lnTo>
                  <a:pt x="5027682" y="12758"/>
                </a:lnTo>
                <a:lnTo>
                  <a:pt x="4986001" y="8019"/>
                </a:lnTo>
                <a:lnTo>
                  <a:pt x="4944316" y="4428"/>
                </a:lnTo>
                <a:lnTo>
                  <a:pt x="4902719" y="1931"/>
                </a:lnTo>
                <a:lnTo>
                  <a:pt x="4861301" y="473"/>
                </a:lnTo>
                <a:lnTo>
                  <a:pt x="4820156" y="0"/>
                </a:lnTo>
                <a:close/>
              </a:path>
              <a:path w="5819775" h="8497570" extrusionOk="0">
                <a:moveTo>
                  <a:pt x="5176019" y="40291"/>
                </a:moveTo>
                <a:lnTo>
                  <a:pt x="4820156" y="40291"/>
                </a:lnTo>
                <a:lnTo>
                  <a:pt x="4879310" y="41203"/>
                </a:lnTo>
                <a:lnTo>
                  <a:pt x="4876034" y="41203"/>
                </a:lnTo>
                <a:lnTo>
                  <a:pt x="4927744" y="43650"/>
                </a:lnTo>
                <a:lnTo>
                  <a:pt x="4979973" y="47871"/>
                </a:lnTo>
                <a:lnTo>
                  <a:pt x="5031076" y="53808"/>
                </a:lnTo>
                <a:lnTo>
                  <a:pt x="5080989" y="61475"/>
                </a:lnTo>
                <a:lnTo>
                  <a:pt x="5129651" y="70889"/>
                </a:lnTo>
                <a:lnTo>
                  <a:pt x="5176999" y="82064"/>
                </a:lnTo>
                <a:lnTo>
                  <a:pt x="5222971" y="95016"/>
                </a:lnTo>
                <a:lnTo>
                  <a:pt x="5267503" y="109760"/>
                </a:lnTo>
                <a:lnTo>
                  <a:pt x="5310535" y="126311"/>
                </a:lnTo>
                <a:lnTo>
                  <a:pt x="5352003" y="144686"/>
                </a:lnTo>
                <a:lnTo>
                  <a:pt x="5391844" y="164900"/>
                </a:lnTo>
                <a:lnTo>
                  <a:pt x="5429997" y="186967"/>
                </a:lnTo>
                <a:lnTo>
                  <a:pt x="5466399" y="210904"/>
                </a:lnTo>
                <a:lnTo>
                  <a:pt x="5502613" y="238016"/>
                </a:lnTo>
                <a:lnTo>
                  <a:pt x="5536704" y="267133"/>
                </a:lnTo>
                <a:lnTo>
                  <a:pt x="5568641" y="298273"/>
                </a:lnTo>
                <a:lnTo>
                  <a:pt x="5598394" y="331456"/>
                </a:lnTo>
                <a:lnTo>
                  <a:pt x="5625936" y="366699"/>
                </a:lnTo>
                <a:lnTo>
                  <a:pt x="5651237" y="404022"/>
                </a:lnTo>
                <a:lnTo>
                  <a:pt x="5674266" y="443442"/>
                </a:lnTo>
                <a:lnTo>
                  <a:pt x="5694996" y="484979"/>
                </a:lnTo>
                <a:lnTo>
                  <a:pt x="5713397" y="528652"/>
                </a:lnTo>
                <a:lnTo>
                  <a:pt x="5729439" y="574477"/>
                </a:lnTo>
                <a:lnTo>
                  <a:pt x="5743093" y="622475"/>
                </a:lnTo>
                <a:lnTo>
                  <a:pt x="5754331" y="672664"/>
                </a:lnTo>
                <a:lnTo>
                  <a:pt x="5763122" y="725063"/>
                </a:lnTo>
                <a:lnTo>
                  <a:pt x="5769438" y="779689"/>
                </a:lnTo>
                <a:lnTo>
                  <a:pt x="5773248" y="836562"/>
                </a:lnTo>
                <a:lnTo>
                  <a:pt x="5774525" y="895700"/>
                </a:lnTo>
                <a:lnTo>
                  <a:pt x="5774525" y="8497511"/>
                </a:lnTo>
                <a:lnTo>
                  <a:pt x="5819278" y="8497511"/>
                </a:lnTo>
                <a:lnTo>
                  <a:pt x="5819278" y="895700"/>
                </a:lnTo>
                <a:lnTo>
                  <a:pt x="5817966" y="836562"/>
                </a:lnTo>
                <a:lnTo>
                  <a:pt x="5813850" y="774744"/>
                </a:lnTo>
                <a:lnTo>
                  <a:pt x="5807205" y="718314"/>
                </a:lnTo>
                <a:lnTo>
                  <a:pt x="5798061" y="664510"/>
                </a:lnTo>
                <a:lnTo>
                  <a:pt x="5786511" y="613277"/>
                </a:lnTo>
                <a:lnTo>
                  <a:pt x="5772647" y="564560"/>
                </a:lnTo>
                <a:lnTo>
                  <a:pt x="5756563" y="518306"/>
                </a:lnTo>
                <a:lnTo>
                  <a:pt x="5738350" y="474458"/>
                </a:lnTo>
                <a:lnTo>
                  <a:pt x="5718100" y="432963"/>
                </a:lnTo>
                <a:lnTo>
                  <a:pt x="5695906" y="393765"/>
                </a:lnTo>
                <a:lnTo>
                  <a:pt x="5671860" y="356810"/>
                </a:lnTo>
                <a:lnTo>
                  <a:pt x="5646143" y="322161"/>
                </a:lnTo>
                <a:lnTo>
                  <a:pt x="5618584" y="289409"/>
                </a:lnTo>
                <a:lnTo>
                  <a:pt x="5589537" y="258854"/>
                </a:lnTo>
                <a:lnTo>
                  <a:pt x="5559008" y="230323"/>
                </a:lnTo>
                <a:lnTo>
                  <a:pt x="5527089" y="203762"/>
                </a:lnTo>
                <a:lnTo>
                  <a:pt x="5493873" y="179114"/>
                </a:lnTo>
                <a:lnTo>
                  <a:pt x="5459451" y="156327"/>
                </a:lnTo>
                <a:lnTo>
                  <a:pt x="5423917" y="135345"/>
                </a:lnTo>
                <a:lnTo>
                  <a:pt x="5387362" y="116112"/>
                </a:lnTo>
                <a:lnTo>
                  <a:pt x="5349878" y="98576"/>
                </a:lnTo>
                <a:lnTo>
                  <a:pt x="5311559" y="82680"/>
                </a:lnTo>
                <a:lnTo>
                  <a:pt x="5272497" y="68371"/>
                </a:lnTo>
                <a:lnTo>
                  <a:pt x="5232783" y="55592"/>
                </a:lnTo>
                <a:lnTo>
                  <a:pt x="5192511" y="44291"/>
                </a:lnTo>
                <a:lnTo>
                  <a:pt x="5176019" y="40291"/>
                </a:lnTo>
                <a:close/>
              </a:path>
            </a:pathLst>
          </a:custGeom>
          <a:solidFill>
            <a:srgbClr val="313131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3" name="Google Shape;183;p17"/>
          <p:cNvSpPr/>
          <p:nvPr/>
        </p:nvSpPr>
        <p:spPr>
          <a:xfrm>
            <a:off x="3212500" y="3097725"/>
            <a:ext cx="5448934" cy="8210129"/>
          </a:xfrm>
          <a:custGeom>
            <a:avLst/>
            <a:gdLst/>
            <a:ahLst/>
            <a:cxnLst/>
            <a:rect l="l" t="t" r="r" b="b"/>
            <a:pathLst>
              <a:path w="5448934" h="8314055" extrusionOk="0">
                <a:moveTo>
                  <a:pt x="4654612" y="0"/>
                </a:moveTo>
                <a:lnTo>
                  <a:pt x="787557" y="0"/>
                </a:lnTo>
                <a:lnTo>
                  <a:pt x="728308" y="950"/>
                </a:lnTo>
                <a:lnTo>
                  <a:pt x="671353" y="3804"/>
                </a:lnTo>
                <a:lnTo>
                  <a:pt x="616687" y="8565"/>
                </a:lnTo>
                <a:lnTo>
                  <a:pt x="564306" y="15237"/>
                </a:lnTo>
                <a:lnTo>
                  <a:pt x="514205" y="23825"/>
                </a:lnTo>
                <a:lnTo>
                  <a:pt x="466380" y="34333"/>
                </a:lnTo>
                <a:lnTo>
                  <a:pt x="420825" y="46764"/>
                </a:lnTo>
                <a:lnTo>
                  <a:pt x="377538" y="61122"/>
                </a:lnTo>
                <a:lnTo>
                  <a:pt x="336512" y="77412"/>
                </a:lnTo>
                <a:lnTo>
                  <a:pt x="297743" y="95637"/>
                </a:lnTo>
                <a:lnTo>
                  <a:pt x="261228" y="115801"/>
                </a:lnTo>
                <a:lnTo>
                  <a:pt x="226960" y="137909"/>
                </a:lnTo>
                <a:lnTo>
                  <a:pt x="194937" y="161964"/>
                </a:lnTo>
                <a:lnTo>
                  <a:pt x="165152" y="187971"/>
                </a:lnTo>
                <a:lnTo>
                  <a:pt x="137603" y="215933"/>
                </a:lnTo>
                <a:lnTo>
                  <a:pt x="112283" y="245854"/>
                </a:lnTo>
                <a:lnTo>
                  <a:pt x="89189" y="277739"/>
                </a:lnTo>
                <a:lnTo>
                  <a:pt x="68316" y="311591"/>
                </a:lnTo>
                <a:lnTo>
                  <a:pt x="49660" y="347415"/>
                </a:lnTo>
                <a:lnTo>
                  <a:pt x="33215" y="385214"/>
                </a:lnTo>
                <a:lnTo>
                  <a:pt x="18978" y="424992"/>
                </a:lnTo>
                <a:lnTo>
                  <a:pt x="6943" y="466754"/>
                </a:lnTo>
                <a:lnTo>
                  <a:pt x="0" y="497640"/>
                </a:lnTo>
                <a:lnTo>
                  <a:pt x="0" y="8313809"/>
                </a:lnTo>
                <a:lnTo>
                  <a:pt x="5448797" y="8313809"/>
                </a:lnTo>
                <a:lnTo>
                  <a:pt x="5448797" y="705454"/>
                </a:lnTo>
                <a:lnTo>
                  <a:pt x="5447359" y="645422"/>
                </a:lnTo>
                <a:lnTo>
                  <a:pt x="5443067" y="588237"/>
                </a:lnTo>
                <a:lnTo>
                  <a:pt x="5435898" y="533869"/>
                </a:lnTo>
                <a:lnTo>
                  <a:pt x="5425841" y="482291"/>
                </a:lnTo>
                <a:lnTo>
                  <a:pt x="5412882" y="433473"/>
                </a:lnTo>
                <a:lnTo>
                  <a:pt x="5397010" y="387388"/>
                </a:lnTo>
                <a:lnTo>
                  <a:pt x="5378211" y="344007"/>
                </a:lnTo>
                <a:lnTo>
                  <a:pt x="5356474" y="303301"/>
                </a:lnTo>
                <a:lnTo>
                  <a:pt x="5331786" y="265241"/>
                </a:lnTo>
                <a:lnTo>
                  <a:pt x="5304134" y="229799"/>
                </a:lnTo>
                <a:lnTo>
                  <a:pt x="5273507" y="196947"/>
                </a:lnTo>
                <a:lnTo>
                  <a:pt x="5239892" y="166655"/>
                </a:lnTo>
                <a:lnTo>
                  <a:pt x="5203276" y="138896"/>
                </a:lnTo>
                <a:lnTo>
                  <a:pt x="5166202" y="115171"/>
                </a:lnTo>
                <a:lnTo>
                  <a:pt x="5126287" y="93596"/>
                </a:lnTo>
                <a:lnTo>
                  <a:pt x="5083624" y="74196"/>
                </a:lnTo>
                <a:lnTo>
                  <a:pt x="5038307" y="56993"/>
                </a:lnTo>
                <a:lnTo>
                  <a:pt x="4990429" y="42009"/>
                </a:lnTo>
                <a:lnTo>
                  <a:pt x="4940084" y="29268"/>
                </a:lnTo>
                <a:lnTo>
                  <a:pt x="4887364" y="18792"/>
                </a:lnTo>
                <a:lnTo>
                  <a:pt x="4832363" y="10605"/>
                </a:lnTo>
                <a:lnTo>
                  <a:pt x="4775176" y="4728"/>
                </a:lnTo>
                <a:lnTo>
                  <a:pt x="4715894" y="1185"/>
                </a:lnTo>
                <a:lnTo>
                  <a:pt x="4654612" y="0"/>
                </a:lnTo>
                <a:close/>
              </a:path>
            </a:pathLst>
          </a:custGeom>
          <a:solidFill>
            <a:srgbClr val="00426B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4" name="Google Shape;184;p17"/>
          <p:cNvSpPr>
            <a:spLocks noGrp="1"/>
          </p:cNvSpPr>
          <p:nvPr>
            <p:ph type="pic" idx="2"/>
          </p:nvPr>
        </p:nvSpPr>
        <p:spPr>
          <a:xfrm>
            <a:off x="3212500" y="3097725"/>
            <a:ext cx="5448900" cy="5716500"/>
          </a:xfrm>
          <a:prstGeom prst="round2SameRect">
            <a:avLst>
              <a:gd name="adj1" fmla="val 9360"/>
              <a:gd name="adj2" fmla="val 0"/>
            </a:avLst>
          </a:prstGeom>
          <a:noFill/>
          <a:ln>
            <a:noFill/>
          </a:ln>
        </p:spPr>
      </p:sp>
      <p:sp>
        <p:nvSpPr>
          <p:cNvPr id="185" name="Google Shape;185;p17"/>
          <p:cNvSpPr/>
          <p:nvPr/>
        </p:nvSpPr>
        <p:spPr>
          <a:xfrm>
            <a:off x="3456381" y="9074397"/>
            <a:ext cx="4944109" cy="1889759"/>
          </a:xfrm>
          <a:custGeom>
            <a:avLst/>
            <a:gdLst/>
            <a:ahLst/>
            <a:cxnLst/>
            <a:rect l="l" t="t" r="r" b="b"/>
            <a:pathLst>
              <a:path w="4944109" h="1889759" extrusionOk="0">
                <a:moveTo>
                  <a:pt x="285902" y="0"/>
                </a:moveTo>
                <a:lnTo>
                  <a:pt x="0" y="0"/>
                </a:lnTo>
                <a:lnTo>
                  <a:pt x="0" y="285902"/>
                </a:lnTo>
                <a:lnTo>
                  <a:pt x="285902" y="0"/>
                </a:lnTo>
                <a:close/>
              </a:path>
              <a:path w="4944109" h="1889759" extrusionOk="0">
                <a:moveTo>
                  <a:pt x="4943691" y="1603819"/>
                </a:moveTo>
                <a:lnTo>
                  <a:pt x="4657788" y="1889721"/>
                </a:lnTo>
                <a:lnTo>
                  <a:pt x="4943691" y="1889721"/>
                </a:lnTo>
                <a:lnTo>
                  <a:pt x="4943691" y="1603819"/>
                </a:lnTo>
                <a:close/>
              </a:path>
            </a:pathLst>
          </a:custGeom>
          <a:solidFill>
            <a:srgbClr val="FBC23E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6" name="Google Shape;186;p17"/>
          <p:cNvSpPr txBox="1">
            <a:spLocks noGrp="1"/>
          </p:cNvSpPr>
          <p:nvPr>
            <p:ph type="body" idx="1"/>
          </p:nvPr>
        </p:nvSpPr>
        <p:spPr>
          <a:xfrm>
            <a:off x="3589500" y="9197100"/>
            <a:ext cx="4671300" cy="168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8417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50"/>
              <a:buFont typeface="Inter SemiBold"/>
              <a:buChar char="●"/>
              <a:defRPr sz="2450">
                <a:solidFill>
                  <a:schemeClr val="l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marL="914400" lvl="1" indent="-38417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50"/>
              <a:buFont typeface="Inter SemiBold"/>
              <a:buChar char="○"/>
              <a:defRPr sz="2450">
                <a:solidFill>
                  <a:schemeClr val="l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marL="1371600" lvl="2" indent="-38417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50"/>
              <a:buFont typeface="Inter SemiBold"/>
              <a:buChar char="■"/>
              <a:defRPr sz="2450">
                <a:solidFill>
                  <a:schemeClr val="l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marL="1828800" lvl="3" indent="-38417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50"/>
              <a:buFont typeface="Inter SemiBold"/>
              <a:buChar char="●"/>
              <a:defRPr sz="2450">
                <a:solidFill>
                  <a:schemeClr val="l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marL="2286000" lvl="4" indent="-38417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50"/>
              <a:buFont typeface="Inter SemiBold"/>
              <a:buChar char="○"/>
              <a:defRPr sz="2450">
                <a:solidFill>
                  <a:schemeClr val="l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marL="2743200" lvl="5" indent="-38417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50"/>
              <a:buFont typeface="Inter SemiBold"/>
              <a:buChar char="■"/>
              <a:defRPr sz="2450">
                <a:solidFill>
                  <a:schemeClr val="l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marL="3200400" lvl="6" indent="-38417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50"/>
              <a:buFont typeface="Inter SemiBold"/>
              <a:buChar char="●"/>
              <a:defRPr sz="2450">
                <a:solidFill>
                  <a:schemeClr val="l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marL="3657600" lvl="7" indent="-38417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50"/>
              <a:buFont typeface="Inter SemiBold"/>
              <a:buChar char="○"/>
              <a:defRPr sz="2450">
                <a:solidFill>
                  <a:schemeClr val="l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marL="4114800" lvl="8" indent="-38417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50"/>
              <a:buFont typeface="Inter SemiBold"/>
              <a:buChar char="■"/>
              <a:defRPr sz="2450">
                <a:solidFill>
                  <a:schemeClr val="l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>
            <a:endParaRPr/>
          </a:p>
        </p:txBody>
      </p:sp>
      <p:sp>
        <p:nvSpPr>
          <p:cNvPr id="187" name="Google Shape;187;p17"/>
          <p:cNvSpPr txBox="1">
            <a:spLocks noGrp="1"/>
          </p:cNvSpPr>
          <p:nvPr>
            <p:ph type="body" idx="3"/>
          </p:nvPr>
        </p:nvSpPr>
        <p:spPr>
          <a:xfrm>
            <a:off x="10510800" y="6480400"/>
            <a:ext cx="6982500" cy="60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409575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2850"/>
              <a:buFont typeface="Inter"/>
              <a:buChar char="●"/>
              <a:defRPr sz="2850" b="1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defRPr>
            </a:lvl1pPr>
            <a:lvl2pPr marL="914400" lvl="1" indent="-409575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2850"/>
              <a:buFont typeface="Inter"/>
              <a:buChar char="○"/>
              <a:defRPr sz="2850" b="1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371600" lvl="2" indent="-409575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2850"/>
              <a:buFont typeface="Inter"/>
              <a:buChar char="■"/>
              <a:defRPr sz="2850" b="1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1828800" lvl="3" indent="-409575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2850"/>
              <a:buFont typeface="Inter"/>
              <a:buChar char="●"/>
              <a:defRPr sz="2850" b="1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2286000" lvl="4" indent="-409575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2850"/>
              <a:buFont typeface="Inter"/>
              <a:buChar char="○"/>
              <a:defRPr sz="2850" b="1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2743200" lvl="5" indent="-409575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2850"/>
              <a:buFont typeface="Inter"/>
              <a:buChar char="■"/>
              <a:defRPr sz="2850" b="1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3200400" lvl="6" indent="-409575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2850"/>
              <a:buFont typeface="Inter"/>
              <a:buChar char="●"/>
              <a:defRPr sz="2850" b="1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3657600" lvl="7" indent="-409575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2850"/>
              <a:buFont typeface="Inter"/>
              <a:buChar char="○"/>
              <a:defRPr sz="2850" b="1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4114800" lvl="8" indent="-409575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2850"/>
              <a:buFont typeface="Inter"/>
              <a:buChar char="■"/>
              <a:defRPr sz="2850" b="1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188" name="Google Shape;188;p17"/>
          <p:cNvSpPr txBox="1">
            <a:spLocks noGrp="1"/>
          </p:cNvSpPr>
          <p:nvPr>
            <p:ph type="body" idx="4"/>
          </p:nvPr>
        </p:nvSpPr>
        <p:spPr>
          <a:xfrm>
            <a:off x="10510800" y="7083700"/>
            <a:ext cx="6982500" cy="26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65125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2150"/>
              <a:buFont typeface="Inter"/>
              <a:buChar char="●"/>
              <a:defRPr sz="2150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defRPr>
            </a:lvl1pPr>
            <a:lvl2pPr marL="914400" lvl="1" indent="-365125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2150"/>
              <a:buFont typeface="Inter"/>
              <a:buChar char="○"/>
              <a:defRPr sz="2150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371600" lvl="2" indent="-365125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2150"/>
              <a:buFont typeface="Inter"/>
              <a:buChar char="■"/>
              <a:defRPr sz="2150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1828800" lvl="3" indent="-365125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2150"/>
              <a:buFont typeface="Inter"/>
              <a:buChar char="●"/>
              <a:defRPr sz="2150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2286000" lvl="4" indent="-365125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2150"/>
              <a:buFont typeface="Inter"/>
              <a:buChar char="○"/>
              <a:defRPr sz="2150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2743200" lvl="5" indent="-365125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2150"/>
              <a:buFont typeface="Inter"/>
              <a:buChar char="■"/>
              <a:defRPr sz="2150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3200400" lvl="6" indent="-365125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2150"/>
              <a:buFont typeface="Inter"/>
              <a:buChar char="●"/>
              <a:defRPr sz="2150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3657600" lvl="7" indent="-365125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2150"/>
              <a:buFont typeface="Inter"/>
              <a:buChar char="○"/>
              <a:defRPr sz="2150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4114800" lvl="8" indent="-365125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2150"/>
              <a:buFont typeface="Inter"/>
              <a:buChar char="■"/>
              <a:defRPr sz="2150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grpSp>
        <p:nvGrpSpPr>
          <p:cNvPr id="189" name="Google Shape;189;p17"/>
          <p:cNvGrpSpPr/>
          <p:nvPr/>
        </p:nvGrpSpPr>
        <p:grpSpPr>
          <a:xfrm>
            <a:off x="9034252" y="356758"/>
            <a:ext cx="2035595" cy="199299"/>
            <a:chOff x="9034252" y="356758"/>
            <a:chExt cx="2035595" cy="199299"/>
          </a:xfrm>
        </p:grpSpPr>
        <p:grpSp>
          <p:nvGrpSpPr>
            <p:cNvPr id="190" name="Google Shape;190;p17"/>
            <p:cNvGrpSpPr/>
            <p:nvPr/>
          </p:nvGrpSpPr>
          <p:grpSpPr>
            <a:xfrm>
              <a:off x="9034252" y="356758"/>
              <a:ext cx="1012962" cy="161597"/>
              <a:chOff x="9034252" y="356758"/>
              <a:chExt cx="1012962" cy="161597"/>
            </a:xfrm>
          </p:grpSpPr>
          <p:pic>
            <p:nvPicPr>
              <p:cNvPr id="191" name="Google Shape;191;p17"/>
              <p:cNvPicPr preferRelativeResize="0"/>
              <p:nvPr/>
            </p:nvPicPr>
            <p:blipFill rotWithShape="1">
              <a:blip r:embed="rId2">
                <a:alphaModFix/>
              </a:blip>
              <a:srcRect/>
              <a:stretch/>
            </p:blipFill>
            <p:spPr>
              <a:xfrm>
                <a:off x="9034252" y="356758"/>
                <a:ext cx="132791" cy="161272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92" name="Google Shape;192;p17"/>
              <p:cNvSpPr/>
              <p:nvPr/>
            </p:nvSpPr>
            <p:spPr>
              <a:xfrm>
                <a:off x="9189212" y="376751"/>
                <a:ext cx="534034" cy="141604"/>
              </a:xfrm>
              <a:custGeom>
                <a:avLst/>
                <a:gdLst/>
                <a:ahLst/>
                <a:cxnLst/>
                <a:rect l="l" t="t" r="r" b="b"/>
                <a:pathLst>
                  <a:path w="534034" h="141604" extrusionOk="0">
                    <a:moveTo>
                      <a:pt x="64109" y="27178"/>
                    </a:moveTo>
                    <a:lnTo>
                      <a:pt x="61277" y="26530"/>
                    </a:lnTo>
                    <a:lnTo>
                      <a:pt x="57810" y="26085"/>
                    </a:lnTo>
                    <a:lnTo>
                      <a:pt x="54978" y="26085"/>
                    </a:lnTo>
                    <a:lnTo>
                      <a:pt x="45313" y="27190"/>
                    </a:lnTo>
                    <a:lnTo>
                      <a:pt x="36855" y="30518"/>
                    </a:lnTo>
                    <a:lnTo>
                      <a:pt x="29578" y="36080"/>
                    </a:lnTo>
                    <a:lnTo>
                      <a:pt x="23456" y="43903"/>
                    </a:lnTo>
                    <a:lnTo>
                      <a:pt x="23025" y="43903"/>
                    </a:lnTo>
                    <a:lnTo>
                      <a:pt x="23025" y="27609"/>
                    </a:lnTo>
                    <a:lnTo>
                      <a:pt x="0" y="27609"/>
                    </a:lnTo>
                    <a:lnTo>
                      <a:pt x="0" y="138023"/>
                    </a:lnTo>
                    <a:lnTo>
                      <a:pt x="24765" y="138023"/>
                    </a:lnTo>
                    <a:lnTo>
                      <a:pt x="24765" y="83896"/>
                    </a:lnTo>
                    <a:lnTo>
                      <a:pt x="26784" y="68605"/>
                    </a:lnTo>
                    <a:lnTo>
                      <a:pt x="32677" y="57442"/>
                    </a:lnTo>
                    <a:lnTo>
                      <a:pt x="42278" y="50584"/>
                    </a:lnTo>
                    <a:lnTo>
                      <a:pt x="55410" y="48260"/>
                    </a:lnTo>
                    <a:lnTo>
                      <a:pt x="58242" y="48260"/>
                    </a:lnTo>
                    <a:lnTo>
                      <a:pt x="61061" y="48475"/>
                    </a:lnTo>
                    <a:lnTo>
                      <a:pt x="64109" y="49123"/>
                    </a:lnTo>
                    <a:lnTo>
                      <a:pt x="64109" y="27178"/>
                    </a:lnTo>
                    <a:close/>
                  </a:path>
                  <a:path w="534034" h="141604" extrusionOk="0">
                    <a:moveTo>
                      <a:pt x="173202" y="87820"/>
                    </a:moveTo>
                    <a:lnTo>
                      <a:pt x="173062" y="81508"/>
                    </a:lnTo>
                    <a:lnTo>
                      <a:pt x="173037" y="80264"/>
                    </a:lnTo>
                    <a:lnTo>
                      <a:pt x="172504" y="73494"/>
                    </a:lnTo>
                    <a:lnTo>
                      <a:pt x="152565" y="34505"/>
                    </a:lnTo>
                    <a:lnTo>
                      <a:pt x="148437" y="32359"/>
                    </a:lnTo>
                    <a:lnTo>
                      <a:pt x="148437" y="71513"/>
                    </a:lnTo>
                    <a:lnTo>
                      <a:pt x="92570" y="71513"/>
                    </a:lnTo>
                    <a:lnTo>
                      <a:pt x="95758" y="58928"/>
                    </a:lnTo>
                    <a:lnTo>
                      <a:pt x="101790" y="49885"/>
                    </a:lnTo>
                    <a:lnTo>
                      <a:pt x="110210" y="44437"/>
                    </a:lnTo>
                    <a:lnTo>
                      <a:pt x="120611" y="42608"/>
                    </a:lnTo>
                    <a:lnTo>
                      <a:pt x="130987" y="44437"/>
                    </a:lnTo>
                    <a:lnTo>
                      <a:pt x="139458" y="49885"/>
                    </a:lnTo>
                    <a:lnTo>
                      <a:pt x="145453" y="58928"/>
                    </a:lnTo>
                    <a:lnTo>
                      <a:pt x="148437" y="71513"/>
                    </a:lnTo>
                    <a:lnTo>
                      <a:pt x="148437" y="32359"/>
                    </a:lnTo>
                    <a:lnTo>
                      <a:pt x="138137" y="26987"/>
                    </a:lnTo>
                    <a:lnTo>
                      <a:pt x="120611" y="24345"/>
                    </a:lnTo>
                    <a:lnTo>
                      <a:pt x="98209" y="28702"/>
                    </a:lnTo>
                    <a:lnTo>
                      <a:pt x="81546" y="40703"/>
                    </a:lnTo>
                    <a:lnTo>
                      <a:pt x="76276" y="49885"/>
                    </a:lnTo>
                    <a:lnTo>
                      <a:pt x="71145" y="58928"/>
                    </a:lnTo>
                    <a:lnTo>
                      <a:pt x="67576" y="81508"/>
                    </a:lnTo>
                    <a:lnTo>
                      <a:pt x="71196" y="105892"/>
                    </a:lnTo>
                    <a:lnTo>
                      <a:pt x="81673" y="124764"/>
                    </a:lnTo>
                    <a:lnTo>
                      <a:pt x="98475" y="136956"/>
                    </a:lnTo>
                    <a:lnTo>
                      <a:pt x="121043" y="141274"/>
                    </a:lnTo>
                    <a:lnTo>
                      <a:pt x="140601" y="138353"/>
                    </a:lnTo>
                    <a:lnTo>
                      <a:pt x="155765" y="130441"/>
                    </a:lnTo>
                    <a:lnTo>
                      <a:pt x="162483" y="123012"/>
                    </a:lnTo>
                    <a:lnTo>
                      <a:pt x="166281" y="118821"/>
                    </a:lnTo>
                    <a:lnTo>
                      <a:pt x="171894" y="104762"/>
                    </a:lnTo>
                    <a:lnTo>
                      <a:pt x="146469" y="104762"/>
                    </a:lnTo>
                    <a:lnTo>
                      <a:pt x="143573" y="112115"/>
                    </a:lnTo>
                    <a:lnTo>
                      <a:pt x="138239" y="117881"/>
                    </a:lnTo>
                    <a:lnTo>
                      <a:pt x="130670" y="121666"/>
                    </a:lnTo>
                    <a:lnTo>
                      <a:pt x="121043" y="123012"/>
                    </a:lnTo>
                    <a:lnTo>
                      <a:pt x="110147" y="121031"/>
                    </a:lnTo>
                    <a:lnTo>
                      <a:pt x="101130" y="114795"/>
                    </a:lnTo>
                    <a:lnTo>
                      <a:pt x="94856" y="103860"/>
                    </a:lnTo>
                    <a:lnTo>
                      <a:pt x="92138" y="87820"/>
                    </a:lnTo>
                    <a:lnTo>
                      <a:pt x="173202" y="87820"/>
                    </a:lnTo>
                    <a:close/>
                  </a:path>
                  <a:path w="534034" h="141604" extrusionOk="0">
                    <a:moveTo>
                      <a:pt x="281647" y="107594"/>
                    </a:moveTo>
                    <a:lnTo>
                      <a:pt x="277977" y="91567"/>
                    </a:lnTo>
                    <a:lnTo>
                      <a:pt x="268363" y="81534"/>
                    </a:lnTo>
                    <a:lnTo>
                      <a:pt x="254977" y="75476"/>
                    </a:lnTo>
                    <a:lnTo>
                      <a:pt x="228688" y="68326"/>
                    </a:lnTo>
                    <a:lnTo>
                      <a:pt x="220903" y="65316"/>
                    </a:lnTo>
                    <a:lnTo>
                      <a:pt x="216395" y="61328"/>
                    </a:lnTo>
                    <a:lnTo>
                      <a:pt x="214934" y="55422"/>
                    </a:lnTo>
                    <a:lnTo>
                      <a:pt x="214934" y="47383"/>
                    </a:lnTo>
                    <a:lnTo>
                      <a:pt x="221665" y="42392"/>
                    </a:lnTo>
                    <a:lnTo>
                      <a:pt x="233184" y="42392"/>
                    </a:lnTo>
                    <a:lnTo>
                      <a:pt x="242074" y="43586"/>
                    </a:lnTo>
                    <a:lnTo>
                      <a:pt x="248704" y="47205"/>
                    </a:lnTo>
                    <a:lnTo>
                      <a:pt x="252844" y="53301"/>
                    </a:lnTo>
                    <a:lnTo>
                      <a:pt x="254266" y="61950"/>
                    </a:lnTo>
                    <a:lnTo>
                      <a:pt x="278180" y="61950"/>
                    </a:lnTo>
                    <a:lnTo>
                      <a:pt x="275031" y="45720"/>
                    </a:lnTo>
                    <a:lnTo>
                      <a:pt x="266217" y="33934"/>
                    </a:lnTo>
                    <a:lnTo>
                      <a:pt x="252196" y="26771"/>
                    </a:lnTo>
                    <a:lnTo>
                      <a:pt x="233400" y="24345"/>
                    </a:lnTo>
                    <a:lnTo>
                      <a:pt x="215734" y="26758"/>
                    </a:lnTo>
                    <a:lnTo>
                      <a:pt x="202082" y="33528"/>
                    </a:lnTo>
                    <a:lnTo>
                      <a:pt x="193268" y="43967"/>
                    </a:lnTo>
                    <a:lnTo>
                      <a:pt x="190144" y="57391"/>
                    </a:lnTo>
                    <a:lnTo>
                      <a:pt x="193459" y="72428"/>
                    </a:lnTo>
                    <a:lnTo>
                      <a:pt x="202133" y="81699"/>
                    </a:lnTo>
                    <a:lnTo>
                      <a:pt x="214261" y="87185"/>
                    </a:lnTo>
                    <a:lnTo>
                      <a:pt x="240385" y="94132"/>
                    </a:lnTo>
                    <a:lnTo>
                      <a:pt x="249059" y="97536"/>
                    </a:lnTo>
                    <a:lnTo>
                      <a:pt x="254139" y="102171"/>
                    </a:lnTo>
                    <a:lnTo>
                      <a:pt x="255790" y="109118"/>
                    </a:lnTo>
                    <a:lnTo>
                      <a:pt x="255790" y="117373"/>
                    </a:lnTo>
                    <a:lnTo>
                      <a:pt x="248399" y="122809"/>
                    </a:lnTo>
                    <a:lnTo>
                      <a:pt x="235788" y="122809"/>
                    </a:lnTo>
                    <a:lnTo>
                      <a:pt x="225958" y="121412"/>
                    </a:lnTo>
                    <a:lnTo>
                      <a:pt x="218732" y="117322"/>
                    </a:lnTo>
                    <a:lnTo>
                      <a:pt x="214274" y="110705"/>
                    </a:lnTo>
                    <a:lnTo>
                      <a:pt x="212750" y="101714"/>
                    </a:lnTo>
                    <a:lnTo>
                      <a:pt x="187540" y="101714"/>
                    </a:lnTo>
                    <a:lnTo>
                      <a:pt x="190944" y="118999"/>
                    </a:lnTo>
                    <a:lnTo>
                      <a:pt x="200444" y="131368"/>
                    </a:lnTo>
                    <a:lnTo>
                      <a:pt x="215455" y="138798"/>
                    </a:lnTo>
                    <a:lnTo>
                      <a:pt x="235356" y="141274"/>
                    </a:lnTo>
                    <a:lnTo>
                      <a:pt x="254609" y="138823"/>
                    </a:lnTo>
                    <a:lnTo>
                      <a:pt x="269189" y="131927"/>
                    </a:lnTo>
                    <a:lnTo>
                      <a:pt x="278422" y="121285"/>
                    </a:lnTo>
                    <a:lnTo>
                      <a:pt x="281647" y="107594"/>
                    </a:lnTo>
                    <a:close/>
                  </a:path>
                  <a:path w="534034" h="141604" extrusionOk="0">
                    <a:moveTo>
                      <a:pt x="354672" y="118021"/>
                    </a:moveTo>
                    <a:lnTo>
                      <a:pt x="352933" y="118668"/>
                    </a:lnTo>
                    <a:lnTo>
                      <a:pt x="349885" y="119113"/>
                    </a:lnTo>
                    <a:lnTo>
                      <a:pt x="336194" y="119113"/>
                    </a:lnTo>
                    <a:lnTo>
                      <a:pt x="332066" y="114122"/>
                    </a:lnTo>
                    <a:lnTo>
                      <a:pt x="332066" y="46520"/>
                    </a:lnTo>
                    <a:lnTo>
                      <a:pt x="353580" y="46520"/>
                    </a:lnTo>
                    <a:lnTo>
                      <a:pt x="353580" y="27609"/>
                    </a:lnTo>
                    <a:lnTo>
                      <a:pt x="332066" y="27609"/>
                    </a:lnTo>
                    <a:lnTo>
                      <a:pt x="332066" y="0"/>
                    </a:lnTo>
                    <a:lnTo>
                      <a:pt x="307289" y="0"/>
                    </a:lnTo>
                    <a:lnTo>
                      <a:pt x="307289" y="27609"/>
                    </a:lnTo>
                    <a:lnTo>
                      <a:pt x="288823" y="27609"/>
                    </a:lnTo>
                    <a:lnTo>
                      <a:pt x="288823" y="46520"/>
                    </a:lnTo>
                    <a:lnTo>
                      <a:pt x="307289" y="46520"/>
                    </a:lnTo>
                    <a:lnTo>
                      <a:pt x="307289" y="105410"/>
                    </a:lnTo>
                    <a:lnTo>
                      <a:pt x="309245" y="120891"/>
                    </a:lnTo>
                    <a:lnTo>
                      <a:pt x="315302" y="131419"/>
                    </a:lnTo>
                    <a:lnTo>
                      <a:pt x="325716" y="137414"/>
                    </a:lnTo>
                    <a:lnTo>
                      <a:pt x="340766" y="139319"/>
                    </a:lnTo>
                    <a:lnTo>
                      <a:pt x="345325" y="139319"/>
                    </a:lnTo>
                    <a:lnTo>
                      <a:pt x="350977" y="138455"/>
                    </a:lnTo>
                    <a:lnTo>
                      <a:pt x="354672" y="137363"/>
                    </a:lnTo>
                    <a:lnTo>
                      <a:pt x="354672" y="118021"/>
                    </a:lnTo>
                    <a:close/>
                  </a:path>
                  <a:path w="534034" h="141604" extrusionOk="0">
                    <a:moveTo>
                      <a:pt x="533755" y="69989"/>
                    </a:moveTo>
                    <a:lnTo>
                      <a:pt x="531139" y="50393"/>
                    </a:lnTo>
                    <a:lnTo>
                      <a:pt x="523646" y="36322"/>
                    </a:lnTo>
                    <a:lnTo>
                      <a:pt x="511746" y="27838"/>
                    </a:lnTo>
                    <a:lnTo>
                      <a:pt x="495935" y="24993"/>
                    </a:lnTo>
                    <a:lnTo>
                      <a:pt x="484466" y="26352"/>
                    </a:lnTo>
                    <a:lnTo>
                      <a:pt x="474967" y="30264"/>
                    </a:lnTo>
                    <a:lnTo>
                      <a:pt x="467080" y="36550"/>
                    </a:lnTo>
                    <a:lnTo>
                      <a:pt x="460514" y="44996"/>
                    </a:lnTo>
                    <a:lnTo>
                      <a:pt x="455168" y="36372"/>
                    </a:lnTo>
                    <a:lnTo>
                      <a:pt x="447789" y="30111"/>
                    </a:lnTo>
                    <a:lnTo>
                      <a:pt x="438619" y="26289"/>
                    </a:lnTo>
                    <a:lnTo>
                      <a:pt x="427901" y="24993"/>
                    </a:lnTo>
                    <a:lnTo>
                      <a:pt x="418719" y="25984"/>
                    </a:lnTo>
                    <a:lnTo>
                      <a:pt x="410629" y="28943"/>
                    </a:lnTo>
                    <a:lnTo>
                      <a:pt x="403517" y="33896"/>
                    </a:lnTo>
                    <a:lnTo>
                      <a:pt x="397268" y="40868"/>
                    </a:lnTo>
                    <a:lnTo>
                      <a:pt x="396824" y="40868"/>
                    </a:lnTo>
                    <a:lnTo>
                      <a:pt x="396824" y="27609"/>
                    </a:lnTo>
                    <a:lnTo>
                      <a:pt x="373138" y="27609"/>
                    </a:lnTo>
                    <a:lnTo>
                      <a:pt x="373138" y="138023"/>
                    </a:lnTo>
                    <a:lnTo>
                      <a:pt x="397916" y="138023"/>
                    </a:lnTo>
                    <a:lnTo>
                      <a:pt x="397916" y="78905"/>
                    </a:lnTo>
                    <a:lnTo>
                      <a:pt x="399465" y="64617"/>
                    </a:lnTo>
                    <a:lnTo>
                      <a:pt x="403999" y="53962"/>
                    </a:lnTo>
                    <a:lnTo>
                      <a:pt x="411302" y="47294"/>
                    </a:lnTo>
                    <a:lnTo>
                      <a:pt x="421170" y="44996"/>
                    </a:lnTo>
                    <a:lnTo>
                      <a:pt x="429666" y="46672"/>
                    </a:lnTo>
                    <a:lnTo>
                      <a:pt x="435876" y="51523"/>
                    </a:lnTo>
                    <a:lnTo>
                      <a:pt x="439661" y="59296"/>
                    </a:lnTo>
                    <a:lnTo>
                      <a:pt x="440944" y="69773"/>
                    </a:lnTo>
                    <a:lnTo>
                      <a:pt x="440944" y="138023"/>
                    </a:lnTo>
                    <a:lnTo>
                      <a:pt x="465721" y="138023"/>
                    </a:lnTo>
                    <a:lnTo>
                      <a:pt x="465721" y="78460"/>
                    </a:lnTo>
                    <a:lnTo>
                      <a:pt x="467309" y="64338"/>
                    </a:lnTo>
                    <a:lnTo>
                      <a:pt x="471893" y="53822"/>
                    </a:lnTo>
                    <a:lnTo>
                      <a:pt x="479196" y="47256"/>
                    </a:lnTo>
                    <a:lnTo>
                      <a:pt x="488975" y="44996"/>
                    </a:lnTo>
                    <a:lnTo>
                      <a:pt x="497332" y="46520"/>
                    </a:lnTo>
                    <a:lnTo>
                      <a:pt x="503631" y="51358"/>
                    </a:lnTo>
                    <a:lnTo>
                      <a:pt x="507593" y="59855"/>
                    </a:lnTo>
                    <a:lnTo>
                      <a:pt x="508977" y="72377"/>
                    </a:lnTo>
                    <a:lnTo>
                      <a:pt x="508977" y="138023"/>
                    </a:lnTo>
                    <a:lnTo>
                      <a:pt x="533755" y="138023"/>
                    </a:lnTo>
                    <a:lnTo>
                      <a:pt x="533755" y="69989"/>
                    </a:lnTo>
                    <a:close/>
                  </a:path>
                </a:pathLst>
              </a:custGeom>
              <a:solidFill>
                <a:srgbClr val="00426B"/>
              </a:solidFill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pic>
            <p:nvPicPr>
              <p:cNvPr id="193" name="Google Shape;193;p17"/>
              <p:cNvPicPr preferRelativeResize="0"/>
              <p:nvPr/>
            </p:nvPicPr>
            <p:blipFill rotWithShape="1">
              <a:blip r:embed="rId3">
                <a:alphaModFix/>
              </a:blip>
              <a:srcRect/>
              <a:stretch/>
            </p:blipFill>
            <p:spPr>
              <a:xfrm>
                <a:off x="9742733" y="401101"/>
                <a:ext cx="108886" cy="116917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94" name="Google Shape;194;p17"/>
              <p:cNvPicPr preferRelativeResize="0"/>
              <p:nvPr/>
            </p:nvPicPr>
            <p:blipFill rotWithShape="1">
              <a:blip r:embed="rId4">
                <a:alphaModFix/>
              </a:blip>
              <a:srcRect/>
              <a:stretch/>
            </p:blipFill>
            <p:spPr>
              <a:xfrm>
                <a:off x="9872482" y="376750"/>
                <a:ext cx="174732" cy="13931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195" name="Google Shape;195;p17"/>
            <p:cNvGrpSpPr/>
            <p:nvPr/>
          </p:nvGrpSpPr>
          <p:grpSpPr>
            <a:xfrm>
              <a:off x="10114362" y="360020"/>
              <a:ext cx="955485" cy="196037"/>
              <a:chOff x="10114362" y="360020"/>
              <a:chExt cx="955485" cy="196037"/>
            </a:xfrm>
          </p:grpSpPr>
          <p:pic>
            <p:nvPicPr>
              <p:cNvPr id="196" name="Google Shape;196;p17"/>
              <p:cNvPicPr preferRelativeResize="0"/>
              <p:nvPr/>
            </p:nvPicPr>
            <p:blipFill rotWithShape="1">
              <a:blip r:embed="rId5">
                <a:alphaModFix/>
              </a:blip>
              <a:srcRect/>
              <a:stretch/>
            </p:blipFill>
            <p:spPr>
              <a:xfrm>
                <a:off x="10114362" y="360020"/>
                <a:ext cx="118886" cy="15800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97" name="Google Shape;197;p17"/>
              <p:cNvPicPr preferRelativeResize="0"/>
              <p:nvPr/>
            </p:nvPicPr>
            <p:blipFill rotWithShape="1">
              <a:blip r:embed="rId6">
                <a:alphaModFix/>
              </a:blip>
              <a:srcRect/>
              <a:stretch/>
            </p:blipFill>
            <p:spPr>
              <a:xfrm>
                <a:off x="10263885" y="401749"/>
                <a:ext cx="97148" cy="113012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98" name="Google Shape;198;p17"/>
              <p:cNvSpPr/>
              <p:nvPr/>
            </p:nvSpPr>
            <p:spPr>
              <a:xfrm>
                <a:off x="10388410" y="360025"/>
                <a:ext cx="254000" cy="158115"/>
              </a:xfrm>
              <a:custGeom>
                <a:avLst/>
                <a:gdLst/>
                <a:ahLst/>
                <a:cxnLst/>
                <a:rect l="l" t="t" r="r" b="b"/>
                <a:pathLst>
                  <a:path w="254000" h="158115" extrusionOk="0">
                    <a:moveTo>
                      <a:pt x="24777" y="44335"/>
                    </a:moveTo>
                    <a:lnTo>
                      <a:pt x="0" y="44335"/>
                    </a:lnTo>
                    <a:lnTo>
                      <a:pt x="0" y="154749"/>
                    </a:lnTo>
                    <a:lnTo>
                      <a:pt x="24777" y="154749"/>
                    </a:lnTo>
                    <a:lnTo>
                      <a:pt x="24777" y="44335"/>
                    </a:lnTo>
                    <a:close/>
                  </a:path>
                  <a:path w="254000" h="158115" extrusionOk="0">
                    <a:moveTo>
                      <a:pt x="24777" y="0"/>
                    </a:moveTo>
                    <a:lnTo>
                      <a:pt x="0" y="0"/>
                    </a:lnTo>
                    <a:lnTo>
                      <a:pt x="0" y="23685"/>
                    </a:lnTo>
                    <a:lnTo>
                      <a:pt x="24777" y="23685"/>
                    </a:lnTo>
                    <a:lnTo>
                      <a:pt x="24777" y="0"/>
                    </a:lnTo>
                    <a:close/>
                  </a:path>
                  <a:path w="254000" h="158115" extrusionOk="0">
                    <a:moveTo>
                      <a:pt x="145173" y="44335"/>
                    </a:moveTo>
                    <a:lnTo>
                      <a:pt x="119316" y="44335"/>
                    </a:lnTo>
                    <a:lnTo>
                      <a:pt x="104965" y="89319"/>
                    </a:lnTo>
                    <a:lnTo>
                      <a:pt x="97586" y="113360"/>
                    </a:lnTo>
                    <a:lnTo>
                      <a:pt x="90843" y="137566"/>
                    </a:lnTo>
                    <a:lnTo>
                      <a:pt x="90398" y="137566"/>
                    </a:lnTo>
                    <a:lnTo>
                      <a:pt x="87096" y="125412"/>
                    </a:lnTo>
                    <a:lnTo>
                      <a:pt x="80073" y="101358"/>
                    </a:lnTo>
                    <a:lnTo>
                      <a:pt x="61937" y="44335"/>
                    </a:lnTo>
                    <a:lnTo>
                      <a:pt x="36068" y="44335"/>
                    </a:lnTo>
                    <a:lnTo>
                      <a:pt x="74536" y="154749"/>
                    </a:lnTo>
                    <a:lnTo>
                      <a:pt x="106705" y="154749"/>
                    </a:lnTo>
                    <a:lnTo>
                      <a:pt x="145173" y="44335"/>
                    </a:lnTo>
                    <a:close/>
                  </a:path>
                  <a:path w="254000" h="158115" extrusionOk="0">
                    <a:moveTo>
                      <a:pt x="253403" y="104546"/>
                    </a:moveTo>
                    <a:lnTo>
                      <a:pt x="253263" y="98234"/>
                    </a:lnTo>
                    <a:lnTo>
                      <a:pt x="253238" y="96989"/>
                    </a:lnTo>
                    <a:lnTo>
                      <a:pt x="252704" y="90220"/>
                    </a:lnTo>
                    <a:lnTo>
                      <a:pt x="252387" y="88239"/>
                    </a:lnTo>
                    <a:lnTo>
                      <a:pt x="251752" y="84150"/>
                    </a:lnTo>
                    <a:lnTo>
                      <a:pt x="250355" y="78676"/>
                    </a:lnTo>
                    <a:lnTo>
                      <a:pt x="243598" y="63080"/>
                    </a:lnTo>
                    <a:lnTo>
                      <a:pt x="240169" y="59334"/>
                    </a:lnTo>
                    <a:lnTo>
                      <a:pt x="232752" y="51231"/>
                    </a:lnTo>
                    <a:lnTo>
                      <a:pt x="228638" y="49098"/>
                    </a:lnTo>
                    <a:lnTo>
                      <a:pt x="228638" y="88239"/>
                    </a:lnTo>
                    <a:lnTo>
                      <a:pt x="172770" y="88239"/>
                    </a:lnTo>
                    <a:lnTo>
                      <a:pt x="175958" y="75653"/>
                    </a:lnTo>
                    <a:lnTo>
                      <a:pt x="181991" y="66611"/>
                    </a:lnTo>
                    <a:lnTo>
                      <a:pt x="190411" y="61163"/>
                    </a:lnTo>
                    <a:lnTo>
                      <a:pt x="200812" y="59334"/>
                    </a:lnTo>
                    <a:lnTo>
                      <a:pt x="211328" y="61163"/>
                    </a:lnTo>
                    <a:lnTo>
                      <a:pt x="211201" y="61163"/>
                    </a:lnTo>
                    <a:lnTo>
                      <a:pt x="219671" y="66611"/>
                    </a:lnTo>
                    <a:lnTo>
                      <a:pt x="225653" y="75653"/>
                    </a:lnTo>
                    <a:lnTo>
                      <a:pt x="228638" y="88239"/>
                    </a:lnTo>
                    <a:lnTo>
                      <a:pt x="228638" y="49098"/>
                    </a:lnTo>
                    <a:lnTo>
                      <a:pt x="218325" y="43713"/>
                    </a:lnTo>
                    <a:lnTo>
                      <a:pt x="200812" y="41071"/>
                    </a:lnTo>
                    <a:lnTo>
                      <a:pt x="178396" y="45427"/>
                    </a:lnTo>
                    <a:lnTo>
                      <a:pt x="161734" y="57429"/>
                    </a:lnTo>
                    <a:lnTo>
                      <a:pt x="156476" y="66611"/>
                    </a:lnTo>
                    <a:lnTo>
                      <a:pt x="151333" y="75653"/>
                    </a:lnTo>
                    <a:lnTo>
                      <a:pt x="147777" y="98234"/>
                    </a:lnTo>
                    <a:lnTo>
                      <a:pt x="151396" y="122618"/>
                    </a:lnTo>
                    <a:lnTo>
                      <a:pt x="161874" y="141490"/>
                    </a:lnTo>
                    <a:lnTo>
                      <a:pt x="178676" y="153682"/>
                    </a:lnTo>
                    <a:lnTo>
                      <a:pt x="201244" y="158000"/>
                    </a:lnTo>
                    <a:lnTo>
                      <a:pt x="220802" y="155079"/>
                    </a:lnTo>
                    <a:lnTo>
                      <a:pt x="235966" y="147167"/>
                    </a:lnTo>
                    <a:lnTo>
                      <a:pt x="242671" y="139738"/>
                    </a:lnTo>
                    <a:lnTo>
                      <a:pt x="246481" y="135547"/>
                    </a:lnTo>
                    <a:lnTo>
                      <a:pt x="252095" y="121488"/>
                    </a:lnTo>
                    <a:lnTo>
                      <a:pt x="226669" y="121488"/>
                    </a:lnTo>
                    <a:lnTo>
                      <a:pt x="223774" y="128841"/>
                    </a:lnTo>
                    <a:lnTo>
                      <a:pt x="218440" y="134607"/>
                    </a:lnTo>
                    <a:lnTo>
                      <a:pt x="210870" y="138391"/>
                    </a:lnTo>
                    <a:lnTo>
                      <a:pt x="201244" y="139738"/>
                    </a:lnTo>
                    <a:lnTo>
                      <a:pt x="190334" y="137756"/>
                    </a:lnTo>
                    <a:lnTo>
                      <a:pt x="181330" y="131508"/>
                    </a:lnTo>
                    <a:lnTo>
                      <a:pt x="175056" y="120586"/>
                    </a:lnTo>
                    <a:lnTo>
                      <a:pt x="172339" y="104546"/>
                    </a:lnTo>
                    <a:lnTo>
                      <a:pt x="253403" y="104546"/>
                    </a:lnTo>
                    <a:close/>
                  </a:path>
                </a:pathLst>
              </a:custGeom>
              <a:solidFill>
                <a:srgbClr val="00426B"/>
              </a:solidFill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pic>
            <p:nvPicPr>
              <p:cNvPr id="199" name="Google Shape;199;p17"/>
              <p:cNvPicPr preferRelativeResize="0"/>
              <p:nvPr/>
            </p:nvPicPr>
            <p:blipFill rotWithShape="1">
              <a:blip r:embed="rId7">
                <a:alphaModFix/>
              </a:blip>
              <a:srcRect/>
              <a:stretch/>
            </p:blipFill>
            <p:spPr>
              <a:xfrm>
                <a:off x="10662685" y="401094"/>
                <a:ext cx="162777" cy="116928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00" name="Google Shape;200;p17"/>
              <p:cNvPicPr preferRelativeResize="0"/>
              <p:nvPr/>
            </p:nvPicPr>
            <p:blipFill rotWithShape="1">
              <a:blip r:embed="rId8">
                <a:alphaModFix/>
              </a:blip>
              <a:srcRect/>
              <a:stretch/>
            </p:blipFill>
            <p:spPr>
              <a:xfrm>
                <a:off x="10846539" y="360020"/>
                <a:ext cx="223308" cy="196037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sp>
        <p:nvSpPr>
          <p:cNvPr id="201" name="Google Shape;201;p17"/>
          <p:cNvSpPr txBox="1">
            <a:spLocks noGrp="1"/>
          </p:cNvSpPr>
          <p:nvPr>
            <p:ph type="body" idx="5"/>
          </p:nvPr>
        </p:nvSpPr>
        <p:spPr>
          <a:xfrm>
            <a:off x="1311300" y="1606225"/>
            <a:ext cx="17724000" cy="54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65125" algn="ctr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2150"/>
              <a:buFont typeface="Inter"/>
              <a:buChar char="●"/>
              <a:defRPr sz="2150" b="1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defRPr>
            </a:lvl1pPr>
            <a:lvl2pPr marL="914400" lvl="1" indent="-365125" algn="ctr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2150"/>
              <a:buFont typeface="Inter"/>
              <a:buChar char="○"/>
              <a:defRPr sz="2150" b="1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371600" lvl="2" indent="-365125" algn="ctr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2150"/>
              <a:buFont typeface="Inter"/>
              <a:buChar char="■"/>
              <a:defRPr sz="2150" b="1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1828800" lvl="3" indent="-365125" algn="ctr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2150"/>
              <a:buFont typeface="Inter"/>
              <a:buChar char="●"/>
              <a:defRPr sz="2150" b="1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2286000" lvl="4" indent="-365125" algn="ctr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2150"/>
              <a:buFont typeface="Inter"/>
              <a:buChar char="○"/>
              <a:defRPr sz="2150" b="1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2743200" lvl="5" indent="-365125" algn="ctr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2150"/>
              <a:buFont typeface="Inter"/>
              <a:buChar char="■"/>
              <a:defRPr sz="2150" b="1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3200400" lvl="6" indent="-365125" algn="ctr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2150"/>
              <a:buFont typeface="Inter"/>
              <a:buChar char="●"/>
              <a:defRPr sz="2150" b="1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3657600" lvl="7" indent="-365125" algn="ctr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2150"/>
              <a:buFont typeface="Inter"/>
              <a:buChar char="○"/>
              <a:defRPr sz="2150" b="1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4114800" lvl="8" indent="-365125" algn="ctr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2150"/>
              <a:buFont typeface="Inter"/>
              <a:buChar char="■"/>
              <a:defRPr sz="2150" b="1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202" name="Google Shape;202;p17"/>
          <p:cNvSpPr txBox="1">
            <a:spLocks noGrp="1"/>
          </p:cNvSpPr>
          <p:nvPr>
            <p:ph type="title"/>
          </p:nvPr>
        </p:nvSpPr>
        <p:spPr>
          <a:xfrm>
            <a:off x="1311225" y="666025"/>
            <a:ext cx="17724000" cy="94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6000"/>
              <a:buFont typeface="Inter"/>
              <a:buNone/>
              <a:defRPr sz="6000" b="1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6000"/>
              <a:buFont typeface="Inter"/>
              <a:buNone/>
              <a:defRPr sz="6000" b="1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6000"/>
              <a:buFont typeface="Inter"/>
              <a:buNone/>
              <a:defRPr sz="6000" b="1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6000"/>
              <a:buFont typeface="Inter"/>
              <a:buNone/>
              <a:defRPr sz="6000" b="1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6000"/>
              <a:buFont typeface="Inter"/>
              <a:buNone/>
              <a:defRPr sz="6000" b="1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6000"/>
              <a:buFont typeface="Inter"/>
              <a:buNone/>
              <a:defRPr sz="6000" b="1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6000"/>
              <a:buFont typeface="Inter"/>
              <a:buNone/>
              <a:defRPr sz="6000" b="1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6000"/>
              <a:buFont typeface="Inter"/>
              <a:buNone/>
              <a:defRPr sz="6000" b="1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6000"/>
              <a:buFont typeface="Inter"/>
              <a:buNone/>
              <a:defRPr sz="6000" b="1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203" name="Google Shape;203;p17"/>
          <p:cNvSpPr/>
          <p:nvPr/>
        </p:nvSpPr>
        <p:spPr>
          <a:xfrm rot="5400000">
            <a:off x="10142850" y="4945325"/>
            <a:ext cx="1433400" cy="697500"/>
          </a:xfrm>
          <a:prstGeom prst="triangle">
            <a:avLst>
              <a:gd name="adj" fmla="val 50000"/>
            </a:avLst>
          </a:prstGeom>
          <a:solidFill>
            <a:srgbClr val="3879A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taff slide">
  <p:cSld name="CUSTOM_10"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" name="Google Shape;205;p18" title="Artboard 14@300x-100.jp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18"/>
          <p:cNvSpPr>
            <a:spLocks noGrp="1"/>
          </p:cNvSpPr>
          <p:nvPr>
            <p:ph type="pic" idx="2"/>
          </p:nvPr>
        </p:nvSpPr>
        <p:spPr>
          <a:xfrm>
            <a:off x="7003400" y="940300"/>
            <a:ext cx="3377100" cy="3377100"/>
          </a:xfrm>
          <a:prstGeom prst="ellipse">
            <a:avLst/>
          </a:prstGeom>
          <a:noFill/>
          <a:ln>
            <a:noFill/>
          </a:ln>
        </p:spPr>
      </p:sp>
      <p:sp>
        <p:nvSpPr>
          <p:cNvPr id="207" name="Google Shape;207;p18"/>
          <p:cNvSpPr>
            <a:spLocks noGrp="1"/>
          </p:cNvSpPr>
          <p:nvPr>
            <p:ph type="pic" idx="3"/>
          </p:nvPr>
        </p:nvSpPr>
        <p:spPr>
          <a:xfrm>
            <a:off x="11202700" y="940300"/>
            <a:ext cx="3377100" cy="3377100"/>
          </a:xfrm>
          <a:prstGeom prst="ellipse">
            <a:avLst/>
          </a:prstGeom>
          <a:noFill/>
          <a:ln>
            <a:noFill/>
          </a:ln>
        </p:spPr>
      </p:sp>
      <p:sp>
        <p:nvSpPr>
          <p:cNvPr id="208" name="Google Shape;208;p18"/>
          <p:cNvSpPr>
            <a:spLocks noGrp="1"/>
          </p:cNvSpPr>
          <p:nvPr>
            <p:ph type="pic" idx="4"/>
          </p:nvPr>
        </p:nvSpPr>
        <p:spPr>
          <a:xfrm>
            <a:off x="15402000" y="940300"/>
            <a:ext cx="3377100" cy="3377100"/>
          </a:xfrm>
          <a:prstGeom prst="ellipse">
            <a:avLst/>
          </a:prstGeom>
          <a:noFill/>
          <a:ln>
            <a:noFill/>
          </a:ln>
        </p:spPr>
      </p:sp>
      <p:sp>
        <p:nvSpPr>
          <p:cNvPr id="209" name="Google Shape;209;p18"/>
          <p:cNvSpPr>
            <a:spLocks noGrp="1"/>
          </p:cNvSpPr>
          <p:nvPr>
            <p:ph type="pic" idx="5"/>
          </p:nvPr>
        </p:nvSpPr>
        <p:spPr>
          <a:xfrm>
            <a:off x="7003400" y="5980625"/>
            <a:ext cx="3377100" cy="3377100"/>
          </a:xfrm>
          <a:prstGeom prst="ellipse">
            <a:avLst/>
          </a:prstGeom>
          <a:noFill/>
          <a:ln>
            <a:noFill/>
          </a:ln>
        </p:spPr>
      </p:sp>
      <p:sp>
        <p:nvSpPr>
          <p:cNvPr id="210" name="Google Shape;210;p18"/>
          <p:cNvSpPr>
            <a:spLocks noGrp="1"/>
          </p:cNvSpPr>
          <p:nvPr>
            <p:ph type="pic" idx="6"/>
          </p:nvPr>
        </p:nvSpPr>
        <p:spPr>
          <a:xfrm>
            <a:off x="11202700" y="5980625"/>
            <a:ext cx="3377100" cy="3377100"/>
          </a:xfrm>
          <a:prstGeom prst="ellipse">
            <a:avLst/>
          </a:prstGeom>
          <a:noFill/>
          <a:ln>
            <a:noFill/>
          </a:ln>
        </p:spPr>
      </p:sp>
      <p:sp>
        <p:nvSpPr>
          <p:cNvPr id="211" name="Google Shape;211;p18"/>
          <p:cNvSpPr>
            <a:spLocks noGrp="1"/>
          </p:cNvSpPr>
          <p:nvPr>
            <p:ph type="pic" idx="7"/>
          </p:nvPr>
        </p:nvSpPr>
        <p:spPr>
          <a:xfrm>
            <a:off x="15402000" y="5980625"/>
            <a:ext cx="3377100" cy="3377100"/>
          </a:xfrm>
          <a:prstGeom prst="ellipse">
            <a:avLst/>
          </a:prstGeom>
          <a:noFill/>
          <a:ln>
            <a:noFill/>
          </a:ln>
        </p:spPr>
      </p:sp>
      <p:sp>
        <p:nvSpPr>
          <p:cNvPr id="212" name="Google Shape;212;p18"/>
          <p:cNvSpPr txBox="1">
            <a:spLocks noGrp="1"/>
          </p:cNvSpPr>
          <p:nvPr>
            <p:ph type="title"/>
          </p:nvPr>
        </p:nvSpPr>
        <p:spPr>
          <a:xfrm>
            <a:off x="1036575" y="940300"/>
            <a:ext cx="4470600" cy="220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BC23E"/>
              </a:buClr>
              <a:buSzPts val="6000"/>
              <a:buFont typeface="Inter"/>
              <a:buNone/>
              <a:defRPr sz="6000" b="1">
                <a:solidFill>
                  <a:srgbClr val="FBC23E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BC23E"/>
              </a:buClr>
              <a:buSzPts val="6000"/>
              <a:buFont typeface="Inter"/>
              <a:buNone/>
              <a:defRPr sz="6000" b="1">
                <a:solidFill>
                  <a:srgbClr val="FBC23E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BC23E"/>
              </a:buClr>
              <a:buSzPts val="6000"/>
              <a:buFont typeface="Inter"/>
              <a:buNone/>
              <a:defRPr sz="6000" b="1">
                <a:solidFill>
                  <a:srgbClr val="FBC23E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BC23E"/>
              </a:buClr>
              <a:buSzPts val="6000"/>
              <a:buFont typeface="Inter"/>
              <a:buNone/>
              <a:defRPr sz="6000" b="1">
                <a:solidFill>
                  <a:srgbClr val="FBC23E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BC23E"/>
              </a:buClr>
              <a:buSzPts val="6000"/>
              <a:buFont typeface="Inter"/>
              <a:buNone/>
              <a:defRPr sz="6000" b="1">
                <a:solidFill>
                  <a:srgbClr val="FBC23E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BC23E"/>
              </a:buClr>
              <a:buSzPts val="6000"/>
              <a:buFont typeface="Inter"/>
              <a:buNone/>
              <a:defRPr sz="6000" b="1">
                <a:solidFill>
                  <a:srgbClr val="FBC23E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BC23E"/>
              </a:buClr>
              <a:buSzPts val="6000"/>
              <a:buFont typeface="Inter"/>
              <a:buNone/>
              <a:defRPr sz="6000" b="1">
                <a:solidFill>
                  <a:srgbClr val="FBC23E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BC23E"/>
              </a:buClr>
              <a:buSzPts val="6000"/>
              <a:buFont typeface="Inter"/>
              <a:buNone/>
              <a:defRPr sz="6000" b="1">
                <a:solidFill>
                  <a:srgbClr val="FBC23E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BC23E"/>
              </a:buClr>
              <a:buSzPts val="6000"/>
              <a:buFont typeface="Inter"/>
              <a:buNone/>
              <a:defRPr sz="6000" b="1">
                <a:solidFill>
                  <a:srgbClr val="FBC23E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213" name="Google Shape;213;p18"/>
          <p:cNvSpPr txBox="1">
            <a:spLocks noGrp="1"/>
          </p:cNvSpPr>
          <p:nvPr>
            <p:ph type="body" idx="1"/>
          </p:nvPr>
        </p:nvSpPr>
        <p:spPr>
          <a:xfrm>
            <a:off x="1036575" y="3765625"/>
            <a:ext cx="4470600" cy="622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6512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50"/>
              <a:buFont typeface="Inter"/>
              <a:buChar char="●"/>
              <a:defRPr sz="215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marL="914400" lvl="1" indent="-36512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50"/>
              <a:buFont typeface="Inter"/>
              <a:buChar char="○"/>
              <a:defRPr sz="215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371600" lvl="2" indent="-36512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50"/>
              <a:buFont typeface="Inter"/>
              <a:buChar char="■"/>
              <a:defRPr sz="215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1828800" lvl="3" indent="-36512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50"/>
              <a:buFont typeface="Inter"/>
              <a:buChar char="●"/>
              <a:defRPr sz="215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2286000" lvl="4" indent="-36512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50"/>
              <a:buFont typeface="Inter"/>
              <a:buChar char="○"/>
              <a:defRPr sz="215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2743200" lvl="5" indent="-36512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50"/>
              <a:buFont typeface="Inter"/>
              <a:buChar char="■"/>
              <a:defRPr sz="215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3200400" lvl="6" indent="-36512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50"/>
              <a:buFont typeface="Inter"/>
              <a:buChar char="●"/>
              <a:defRPr sz="215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3657600" lvl="7" indent="-36512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50"/>
              <a:buFont typeface="Inter"/>
              <a:buChar char="○"/>
              <a:defRPr sz="215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4114800" lvl="8" indent="-36512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50"/>
              <a:buFont typeface="Inter"/>
              <a:buChar char="■"/>
              <a:defRPr sz="215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214" name="Google Shape;214;p18"/>
          <p:cNvSpPr txBox="1">
            <a:spLocks noGrp="1"/>
          </p:cNvSpPr>
          <p:nvPr>
            <p:ph type="body" idx="8"/>
          </p:nvPr>
        </p:nvSpPr>
        <p:spPr>
          <a:xfrm>
            <a:off x="7003413" y="9510125"/>
            <a:ext cx="3377100" cy="64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409575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2850"/>
              <a:buFont typeface="Inter"/>
              <a:buChar char="●"/>
              <a:defRPr sz="2850" b="1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defRPr>
            </a:lvl1pPr>
            <a:lvl2pPr marL="914400" lvl="1" indent="-409575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2850"/>
              <a:buFont typeface="Inter"/>
              <a:buChar char="○"/>
              <a:defRPr sz="2850" b="1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371600" lvl="2" indent="-409575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2850"/>
              <a:buFont typeface="Inter"/>
              <a:buChar char="■"/>
              <a:defRPr sz="2850" b="1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1828800" lvl="3" indent="-409575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2850"/>
              <a:buFont typeface="Inter"/>
              <a:buChar char="●"/>
              <a:defRPr sz="2850" b="1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2286000" lvl="4" indent="-409575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2850"/>
              <a:buFont typeface="Inter"/>
              <a:buChar char="○"/>
              <a:defRPr sz="2850" b="1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2743200" lvl="5" indent="-409575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2850"/>
              <a:buFont typeface="Inter"/>
              <a:buChar char="■"/>
              <a:defRPr sz="2850" b="1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3200400" lvl="6" indent="-409575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2850"/>
              <a:buFont typeface="Inter"/>
              <a:buChar char="●"/>
              <a:defRPr sz="2850" b="1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3657600" lvl="7" indent="-409575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2850"/>
              <a:buFont typeface="Inter"/>
              <a:buChar char="○"/>
              <a:defRPr sz="2850" b="1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4114800" lvl="8" indent="-409575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2850"/>
              <a:buFont typeface="Inter"/>
              <a:buChar char="■"/>
              <a:defRPr sz="2850" b="1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215" name="Google Shape;215;p18"/>
          <p:cNvSpPr txBox="1">
            <a:spLocks noGrp="1"/>
          </p:cNvSpPr>
          <p:nvPr>
            <p:ph type="body" idx="9"/>
          </p:nvPr>
        </p:nvSpPr>
        <p:spPr>
          <a:xfrm>
            <a:off x="7003388" y="10153925"/>
            <a:ext cx="3377100" cy="64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65125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2150"/>
              <a:buFont typeface="Inter"/>
              <a:buChar char="●"/>
              <a:defRPr sz="2150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defRPr>
            </a:lvl1pPr>
            <a:lvl2pPr marL="914400" lvl="1" indent="-365125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2150"/>
              <a:buFont typeface="Inter"/>
              <a:buChar char="○"/>
              <a:defRPr sz="2150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371600" lvl="2" indent="-365125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2150"/>
              <a:buFont typeface="Inter"/>
              <a:buChar char="■"/>
              <a:defRPr sz="2150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1828800" lvl="3" indent="-365125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2150"/>
              <a:buFont typeface="Inter"/>
              <a:buChar char="●"/>
              <a:defRPr sz="2150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2286000" lvl="4" indent="-365125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2150"/>
              <a:buFont typeface="Inter"/>
              <a:buChar char="○"/>
              <a:defRPr sz="2150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2743200" lvl="5" indent="-365125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2150"/>
              <a:buFont typeface="Inter"/>
              <a:buChar char="■"/>
              <a:defRPr sz="2150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3200400" lvl="6" indent="-365125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2150"/>
              <a:buFont typeface="Inter"/>
              <a:buChar char="●"/>
              <a:defRPr sz="2150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3657600" lvl="7" indent="-365125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2150"/>
              <a:buFont typeface="Inter"/>
              <a:buChar char="○"/>
              <a:defRPr sz="2150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4114800" lvl="8" indent="-365125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2150"/>
              <a:buFont typeface="Inter"/>
              <a:buChar char="■"/>
              <a:defRPr sz="2150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216" name="Google Shape;216;p18"/>
          <p:cNvSpPr txBox="1">
            <a:spLocks noGrp="1"/>
          </p:cNvSpPr>
          <p:nvPr>
            <p:ph type="body" idx="13"/>
          </p:nvPr>
        </p:nvSpPr>
        <p:spPr>
          <a:xfrm>
            <a:off x="11202713" y="9510113"/>
            <a:ext cx="3377100" cy="64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409575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2850"/>
              <a:buFont typeface="Inter"/>
              <a:buChar char="●"/>
              <a:defRPr sz="2850" b="1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defRPr>
            </a:lvl1pPr>
            <a:lvl2pPr marL="914400" lvl="1" indent="-409575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2850"/>
              <a:buFont typeface="Inter"/>
              <a:buChar char="○"/>
              <a:defRPr sz="2850" b="1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371600" lvl="2" indent="-409575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2850"/>
              <a:buFont typeface="Inter"/>
              <a:buChar char="■"/>
              <a:defRPr sz="2850" b="1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1828800" lvl="3" indent="-409575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2850"/>
              <a:buFont typeface="Inter"/>
              <a:buChar char="●"/>
              <a:defRPr sz="2850" b="1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2286000" lvl="4" indent="-409575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2850"/>
              <a:buFont typeface="Inter"/>
              <a:buChar char="○"/>
              <a:defRPr sz="2850" b="1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2743200" lvl="5" indent="-409575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2850"/>
              <a:buFont typeface="Inter"/>
              <a:buChar char="■"/>
              <a:defRPr sz="2850" b="1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3200400" lvl="6" indent="-409575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2850"/>
              <a:buFont typeface="Inter"/>
              <a:buChar char="●"/>
              <a:defRPr sz="2850" b="1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3657600" lvl="7" indent="-409575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2850"/>
              <a:buFont typeface="Inter"/>
              <a:buChar char="○"/>
              <a:defRPr sz="2850" b="1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4114800" lvl="8" indent="-409575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2850"/>
              <a:buFont typeface="Inter"/>
              <a:buChar char="■"/>
              <a:defRPr sz="2850" b="1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217" name="Google Shape;217;p18"/>
          <p:cNvSpPr txBox="1">
            <a:spLocks noGrp="1"/>
          </p:cNvSpPr>
          <p:nvPr>
            <p:ph type="body" idx="14"/>
          </p:nvPr>
        </p:nvSpPr>
        <p:spPr>
          <a:xfrm>
            <a:off x="11202688" y="10153913"/>
            <a:ext cx="3377100" cy="64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65125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2150"/>
              <a:buFont typeface="Inter"/>
              <a:buChar char="●"/>
              <a:defRPr sz="2150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defRPr>
            </a:lvl1pPr>
            <a:lvl2pPr marL="914400" lvl="1" indent="-365125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2150"/>
              <a:buFont typeface="Inter"/>
              <a:buChar char="○"/>
              <a:defRPr sz="2150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371600" lvl="2" indent="-365125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2150"/>
              <a:buFont typeface="Inter"/>
              <a:buChar char="■"/>
              <a:defRPr sz="2150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1828800" lvl="3" indent="-365125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2150"/>
              <a:buFont typeface="Inter"/>
              <a:buChar char="●"/>
              <a:defRPr sz="2150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2286000" lvl="4" indent="-365125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2150"/>
              <a:buFont typeface="Inter"/>
              <a:buChar char="○"/>
              <a:defRPr sz="2150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2743200" lvl="5" indent="-365125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2150"/>
              <a:buFont typeface="Inter"/>
              <a:buChar char="■"/>
              <a:defRPr sz="2150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3200400" lvl="6" indent="-365125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2150"/>
              <a:buFont typeface="Inter"/>
              <a:buChar char="●"/>
              <a:defRPr sz="2150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3657600" lvl="7" indent="-365125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2150"/>
              <a:buFont typeface="Inter"/>
              <a:buChar char="○"/>
              <a:defRPr sz="2150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4114800" lvl="8" indent="-365125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2150"/>
              <a:buFont typeface="Inter"/>
              <a:buChar char="■"/>
              <a:defRPr sz="2150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218" name="Google Shape;218;p18"/>
          <p:cNvSpPr txBox="1">
            <a:spLocks noGrp="1"/>
          </p:cNvSpPr>
          <p:nvPr>
            <p:ph type="body" idx="15"/>
          </p:nvPr>
        </p:nvSpPr>
        <p:spPr>
          <a:xfrm>
            <a:off x="15402050" y="9510125"/>
            <a:ext cx="3377100" cy="64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409575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2850"/>
              <a:buFont typeface="Inter"/>
              <a:buChar char="●"/>
              <a:defRPr sz="2850" b="1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defRPr>
            </a:lvl1pPr>
            <a:lvl2pPr marL="914400" lvl="1" indent="-409575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2850"/>
              <a:buFont typeface="Inter"/>
              <a:buChar char="○"/>
              <a:defRPr sz="2850" b="1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371600" lvl="2" indent="-409575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2850"/>
              <a:buFont typeface="Inter"/>
              <a:buChar char="■"/>
              <a:defRPr sz="2850" b="1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1828800" lvl="3" indent="-409575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2850"/>
              <a:buFont typeface="Inter"/>
              <a:buChar char="●"/>
              <a:defRPr sz="2850" b="1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2286000" lvl="4" indent="-409575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2850"/>
              <a:buFont typeface="Inter"/>
              <a:buChar char="○"/>
              <a:defRPr sz="2850" b="1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2743200" lvl="5" indent="-409575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2850"/>
              <a:buFont typeface="Inter"/>
              <a:buChar char="■"/>
              <a:defRPr sz="2850" b="1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3200400" lvl="6" indent="-409575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2850"/>
              <a:buFont typeface="Inter"/>
              <a:buChar char="●"/>
              <a:defRPr sz="2850" b="1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3657600" lvl="7" indent="-409575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2850"/>
              <a:buFont typeface="Inter"/>
              <a:buChar char="○"/>
              <a:defRPr sz="2850" b="1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4114800" lvl="8" indent="-409575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2850"/>
              <a:buFont typeface="Inter"/>
              <a:buChar char="■"/>
              <a:defRPr sz="2850" b="1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219" name="Google Shape;219;p18"/>
          <p:cNvSpPr txBox="1">
            <a:spLocks noGrp="1"/>
          </p:cNvSpPr>
          <p:nvPr>
            <p:ph type="body" idx="16"/>
          </p:nvPr>
        </p:nvSpPr>
        <p:spPr>
          <a:xfrm>
            <a:off x="15402025" y="10153925"/>
            <a:ext cx="3377100" cy="64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65125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2150"/>
              <a:buFont typeface="Inter"/>
              <a:buChar char="●"/>
              <a:defRPr sz="2150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defRPr>
            </a:lvl1pPr>
            <a:lvl2pPr marL="914400" lvl="1" indent="-365125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2150"/>
              <a:buFont typeface="Inter"/>
              <a:buChar char="○"/>
              <a:defRPr sz="2150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371600" lvl="2" indent="-365125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2150"/>
              <a:buFont typeface="Inter"/>
              <a:buChar char="■"/>
              <a:defRPr sz="2150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1828800" lvl="3" indent="-365125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2150"/>
              <a:buFont typeface="Inter"/>
              <a:buChar char="●"/>
              <a:defRPr sz="2150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2286000" lvl="4" indent="-365125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2150"/>
              <a:buFont typeface="Inter"/>
              <a:buChar char="○"/>
              <a:defRPr sz="2150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2743200" lvl="5" indent="-365125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2150"/>
              <a:buFont typeface="Inter"/>
              <a:buChar char="■"/>
              <a:defRPr sz="2150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3200400" lvl="6" indent="-365125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2150"/>
              <a:buFont typeface="Inter"/>
              <a:buChar char="●"/>
              <a:defRPr sz="2150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3657600" lvl="7" indent="-365125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2150"/>
              <a:buFont typeface="Inter"/>
              <a:buChar char="○"/>
              <a:defRPr sz="2150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4114800" lvl="8" indent="-365125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2150"/>
              <a:buFont typeface="Inter"/>
              <a:buChar char="■"/>
              <a:defRPr sz="2150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220" name="Google Shape;220;p18"/>
          <p:cNvSpPr txBox="1">
            <a:spLocks noGrp="1"/>
          </p:cNvSpPr>
          <p:nvPr>
            <p:ph type="body" idx="17"/>
          </p:nvPr>
        </p:nvSpPr>
        <p:spPr>
          <a:xfrm>
            <a:off x="7003413" y="4505213"/>
            <a:ext cx="3377100" cy="64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409575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2850"/>
              <a:buFont typeface="Inter"/>
              <a:buChar char="●"/>
              <a:defRPr sz="2850" b="1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defRPr>
            </a:lvl1pPr>
            <a:lvl2pPr marL="914400" lvl="1" indent="-409575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2850"/>
              <a:buFont typeface="Inter"/>
              <a:buChar char="○"/>
              <a:defRPr sz="2850" b="1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371600" lvl="2" indent="-409575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2850"/>
              <a:buFont typeface="Inter"/>
              <a:buChar char="■"/>
              <a:defRPr sz="2850" b="1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1828800" lvl="3" indent="-409575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2850"/>
              <a:buFont typeface="Inter"/>
              <a:buChar char="●"/>
              <a:defRPr sz="2850" b="1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2286000" lvl="4" indent="-409575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2850"/>
              <a:buFont typeface="Inter"/>
              <a:buChar char="○"/>
              <a:defRPr sz="2850" b="1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2743200" lvl="5" indent="-409575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2850"/>
              <a:buFont typeface="Inter"/>
              <a:buChar char="■"/>
              <a:defRPr sz="2850" b="1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3200400" lvl="6" indent="-409575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2850"/>
              <a:buFont typeface="Inter"/>
              <a:buChar char="●"/>
              <a:defRPr sz="2850" b="1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3657600" lvl="7" indent="-409575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2850"/>
              <a:buFont typeface="Inter"/>
              <a:buChar char="○"/>
              <a:defRPr sz="2850" b="1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4114800" lvl="8" indent="-409575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2850"/>
              <a:buFont typeface="Inter"/>
              <a:buChar char="■"/>
              <a:defRPr sz="2850" b="1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221" name="Google Shape;221;p18"/>
          <p:cNvSpPr txBox="1">
            <a:spLocks noGrp="1"/>
          </p:cNvSpPr>
          <p:nvPr>
            <p:ph type="body" idx="18"/>
          </p:nvPr>
        </p:nvSpPr>
        <p:spPr>
          <a:xfrm>
            <a:off x="7003388" y="5149013"/>
            <a:ext cx="3377100" cy="64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65125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2150"/>
              <a:buFont typeface="Inter"/>
              <a:buChar char="●"/>
              <a:defRPr sz="2150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defRPr>
            </a:lvl1pPr>
            <a:lvl2pPr marL="914400" lvl="1" indent="-365125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2150"/>
              <a:buFont typeface="Inter"/>
              <a:buChar char="○"/>
              <a:defRPr sz="2150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371600" lvl="2" indent="-365125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2150"/>
              <a:buFont typeface="Inter"/>
              <a:buChar char="■"/>
              <a:defRPr sz="2150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1828800" lvl="3" indent="-365125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2150"/>
              <a:buFont typeface="Inter"/>
              <a:buChar char="●"/>
              <a:defRPr sz="2150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2286000" lvl="4" indent="-365125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2150"/>
              <a:buFont typeface="Inter"/>
              <a:buChar char="○"/>
              <a:defRPr sz="2150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2743200" lvl="5" indent="-365125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2150"/>
              <a:buFont typeface="Inter"/>
              <a:buChar char="■"/>
              <a:defRPr sz="2150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3200400" lvl="6" indent="-365125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2150"/>
              <a:buFont typeface="Inter"/>
              <a:buChar char="●"/>
              <a:defRPr sz="2150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3657600" lvl="7" indent="-365125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2150"/>
              <a:buFont typeface="Inter"/>
              <a:buChar char="○"/>
              <a:defRPr sz="2150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4114800" lvl="8" indent="-365125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2150"/>
              <a:buFont typeface="Inter"/>
              <a:buChar char="■"/>
              <a:defRPr sz="2150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222" name="Google Shape;222;p18"/>
          <p:cNvSpPr txBox="1">
            <a:spLocks noGrp="1"/>
          </p:cNvSpPr>
          <p:nvPr>
            <p:ph type="body" idx="19"/>
          </p:nvPr>
        </p:nvSpPr>
        <p:spPr>
          <a:xfrm>
            <a:off x="11202713" y="4505200"/>
            <a:ext cx="3377100" cy="64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409575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2850"/>
              <a:buFont typeface="Inter"/>
              <a:buChar char="●"/>
              <a:defRPr sz="2850" b="1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defRPr>
            </a:lvl1pPr>
            <a:lvl2pPr marL="914400" lvl="1" indent="-409575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2850"/>
              <a:buFont typeface="Inter"/>
              <a:buChar char="○"/>
              <a:defRPr sz="2850" b="1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371600" lvl="2" indent="-409575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2850"/>
              <a:buFont typeface="Inter"/>
              <a:buChar char="■"/>
              <a:defRPr sz="2850" b="1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1828800" lvl="3" indent="-409575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2850"/>
              <a:buFont typeface="Inter"/>
              <a:buChar char="●"/>
              <a:defRPr sz="2850" b="1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2286000" lvl="4" indent="-409575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2850"/>
              <a:buFont typeface="Inter"/>
              <a:buChar char="○"/>
              <a:defRPr sz="2850" b="1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2743200" lvl="5" indent="-409575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2850"/>
              <a:buFont typeface="Inter"/>
              <a:buChar char="■"/>
              <a:defRPr sz="2850" b="1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3200400" lvl="6" indent="-409575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2850"/>
              <a:buFont typeface="Inter"/>
              <a:buChar char="●"/>
              <a:defRPr sz="2850" b="1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3657600" lvl="7" indent="-409575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2850"/>
              <a:buFont typeface="Inter"/>
              <a:buChar char="○"/>
              <a:defRPr sz="2850" b="1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4114800" lvl="8" indent="-409575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2850"/>
              <a:buFont typeface="Inter"/>
              <a:buChar char="■"/>
              <a:defRPr sz="2850" b="1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223" name="Google Shape;223;p18"/>
          <p:cNvSpPr txBox="1">
            <a:spLocks noGrp="1"/>
          </p:cNvSpPr>
          <p:nvPr>
            <p:ph type="body" idx="20"/>
          </p:nvPr>
        </p:nvSpPr>
        <p:spPr>
          <a:xfrm>
            <a:off x="11202688" y="5149000"/>
            <a:ext cx="3377100" cy="64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65125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2150"/>
              <a:buFont typeface="Inter"/>
              <a:buChar char="●"/>
              <a:defRPr sz="2150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defRPr>
            </a:lvl1pPr>
            <a:lvl2pPr marL="914400" lvl="1" indent="-365125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2150"/>
              <a:buFont typeface="Inter"/>
              <a:buChar char="○"/>
              <a:defRPr sz="2150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371600" lvl="2" indent="-365125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2150"/>
              <a:buFont typeface="Inter"/>
              <a:buChar char="■"/>
              <a:defRPr sz="2150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1828800" lvl="3" indent="-365125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2150"/>
              <a:buFont typeface="Inter"/>
              <a:buChar char="●"/>
              <a:defRPr sz="2150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2286000" lvl="4" indent="-365125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2150"/>
              <a:buFont typeface="Inter"/>
              <a:buChar char="○"/>
              <a:defRPr sz="2150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2743200" lvl="5" indent="-365125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2150"/>
              <a:buFont typeface="Inter"/>
              <a:buChar char="■"/>
              <a:defRPr sz="2150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3200400" lvl="6" indent="-365125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2150"/>
              <a:buFont typeface="Inter"/>
              <a:buChar char="●"/>
              <a:defRPr sz="2150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3657600" lvl="7" indent="-365125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2150"/>
              <a:buFont typeface="Inter"/>
              <a:buChar char="○"/>
              <a:defRPr sz="2150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4114800" lvl="8" indent="-365125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2150"/>
              <a:buFont typeface="Inter"/>
              <a:buChar char="■"/>
              <a:defRPr sz="2150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224" name="Google Shape;224;p18"/>
          <p:cNvSpPr txBox="1">
            <a:spLocks noGrp="1"/>
          </p:cNvSpPr>
          <p:nvPr>
            <p:ph type="body" idx="21"/>
          </p:nvPr>
        </p:nvSpPr>
        <p:spPr>
          <a:xfrm>
            <a:off x="15402050" y="4505213"/>
            <a:ext cx="3377100" cy="64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409575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2850"/>
              <a:buFont typeface="Inter"/>
              <a:buChar char="●"/>
              <a:defRPr sz="2850" b="1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defRPr>
            </a:lvl1pPr>
            <a:lvl2pPr marL="914400" lvl="1" indent="-409575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2850"/>
              <a:buFont typeface="Inter"/>
              <a:buChar char="○"/>
              <a:defRPr sz="2850" b="1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371600" lvl="2" indent="-409575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2850"/>
              <a:buFont typeface="Inter"/>
              <a:buChar char="■"/>
              <a:defRPr sz="2850" b="1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1828800" lvl="3" indent="-409575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2850"/>
              <a:buFont typeface="Inter"/>
              <a:buChar char="●"/>
              <a:defRPr sz="2850" b="1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2286000" lvl="4" indent="-409575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2850"/>
              <a:buFont typeface="Inter"/>
              <a:buChar char="○"/>
              <a:defRPr sz="2850" b="1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2743200" lvl="5" indent="-409575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2850"/>
              <a:buFont typeface="Inter"/>
              <a:buChar char="■"/>
              <a:defRPr sz="2850" b="1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3200400" lvl="6" indent="-409575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2850"/>
              <a:buFont typeface="Inter"/>
              <a:buChar char="●"/>
              <a:defRPr sz="2850" b="1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3657600" lvl="7" indent="-409575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2850"/>
              <a:buFont typeface="Inter"/>
              <a:buChar char="○"/>
              <a:defRPr sz="2850" b="1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4114800" lvl="8" indent="-409575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2850"/>
              <a:buFont typeface="Inter"/>
              <a:buChar char="■"/>
              <a:defRPr sz="2850" b="1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225" name="Google Shape;225;p18"/>
          <p:cNvSpPr txBox="1">
            <a:spLocks noGrp="1"/>
          </p:cNvSpPr>
          <p:nvPr>
            <p:ph type="body" idx="22"/>
          </p:nvPr>
        </p:nvSpPr>
        <p:spPr>
          <a:xfrm>
            <a:off x="15402025" y="5149013"/>
            <a:ext cx="3377100" cy="64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65125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2150"/>
              <a:buFont typeface="Inter"/>
              <a:buChar char="●"/>
              <a:defRPr sz="2150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defRPr>
            </a:lvl1pPr>
            <a:lvl2pPr marL="914400" lvl="1" indent="-365125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2150"/>
              <a:buFont typeface="Inter"/>
              <a:buChar char="○"/>
              <a:defRPr sz="2150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371600" lvl="2" indent="-365125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2150"/>
              <a:buFont typeface="Inter"/>
              <a:buChar char="■"/>
              <a:defRPr sz="2150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1828800" lvl="3" indent="-365125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2150"/>
              <a:buFont typeface="Inter"/>
              <a:buChar char="●"/>
              <a:defRPr sz="2150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2286000" lvl="4" indent="-365125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2150"/>
              <a:buFont typeface="Inter"/>
              <a:buChar char="○"/>
              <a:defRPr sz="2150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2743200" lvl="5" indent="-365125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2150"/>
              <a:buFont typeface="Inter"/>
              <a:buChar char="■"/>
              <a:defRPr sz="2150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3200400" lvl="6" indent="-365125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2150"/>
              <a:buFont typeface="Inter"/>
              <a:buChar char="●"/>
              <a:defRPr sz="2150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3657600" lvl="7" indent="-365125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2150"/>
              <a:buFont typeface="Inter"/>
              <a:buChar char="○"/>
              <a:defRPr sz="2150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4114800" lvl="8" indent="-365125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2150"/>
              <a:buFont typeface="Inter"/>
              <a:buChar char="■"/>
              <a:defRPr sz="2150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slide">
  <p:cSld name="CUSTOM_11"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19"/>
          <p:cNvSpPr/>
          <p:nvPr/>
        </p:nvSpPr>
        <p:spPr>
          <a:xfrm>
            <a:off x="1168079" y="3746854"/>
            <a:ext cx="5751195" cy="7562215"/>
          </a:xfrm>
          <a:custGeom>
            <a:avLst/>
            <a:gdLst/>
            <a:ahLst/>
            <a:cxnLst/>
            <a:rect l="l" t="t" r="r" b="b"/>
            <a:pathLst>
              <a:path w="5751195" h="7562215" extrusionOk="0">
                <a:moveTo>
                  <a:pt x="5751144" y="0"/>
                </a:moveTo>
                <a:lnTo>
                  <a:pt x="1656986" y="0"/>
                </a:lnTo>
                <a:lnTo>
                  <a:pt x="10" y="1656986"/>
                </a:lnTo>
                <a:lnTo>
                  <a:pt x="0" y="7561696"/>
                </a:lnTo>
                <a:lnTo>
                  <a:pt x="5751144" y="7561696"/>
                </a:lnTo>
                <a:lnTo>
                  <a:pt x="5751144" y="0"/>
                </a:lnTo>
                <a:close/>
              </a:path>
            </a:pathLst>
          </a:custGeom>
          <a:solidFill>
            <a:srgbClr val="FBC23E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8" name="Google Shape;228;p19"/>
          <p:cNvSpPr/>
          <p:nvPr/>
        </p:nvSpPr>
        <p:spPr>
          <a:xfrm>
            <a:off x="6919225" y="3746854"/>
            <a:ext cx="5751195" cy="7562215"/>
          </a:xfrm>
          <a:custGeom>
            <a:avLst/>
            <a:gdLst/>
            <a:ahLst/>
            <a:cxnLst/>
            <a:rect l="l" t="t" r="r" b="b"/>
            <a:pathLst>
              <a:path w="5751195" h="7562215" extrusionOk="0">
                <a:moveTo>
                  <a:pt x="5751144" y="0"/>
                </a:moveTo>
                <a:lnTo>
                  <a:pt x="1656986" y="0"/>
                </a:lnTo>
                <a:lnTo>
                  <a:pt x="0" y="1656975"/>
                </a:lnTo>
                <a:lnTo>
                  <a:pt x="0" y="7561696"/>
                </a:lnTo>
                <a:lnTo>
                  <a:pt x="5751133" y="7561696"/>
                </a:lnTo>
                <a:lnTo>
                  <a:pt x="5751144" y="0"/>
                </a:lnTo>
                <a:close/>
              </a:path>
            </a:pathLst>
          </a:custGeom>
          <a:solidFill>
            <a:srgbClr val="00426B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9" name="Google Shape;229;p19"/>
          <p:cNvSpPr/>
          <p:nvPr/>
        </p:nvSpPr>
        <p:spPr>
          <a:xfrm>
            <a:off x="12670360" y="3746854"/>
            <a:ext cx="5751194" cy="7562215"/>
          </a:xfrm>
          <a:custGeom>
            <a:avLst/>
            <a:gdLst/>
            <a:ahLst/>
            <a:cxnLst/>
            <a:rect l="l" t="t" r="r" b="b"/>
            <a:pathLst>
              <a:path w="5751194" h="7562215" extrusionOk="0">
                <a:moveTo>
                  <a:pt x="5751144" y="0"/>
                </a:moveTo>
                <a:lnTo>
                  <a:pt x="1656986" y="0"/>
                </a:lnTo>
                <a:lnTo>
                  <a:pt x="10" y="1656975"/>
                </a:lnTo>
                <a:lnTo>
                  <a:pt x="0" y="7561696"/>
                </a:lnTo>
                <a:lnTo>
                  <a:pt x="5751144" y="7561696"/>
                </a:lnTo>
                <a:lnTo>
                  <a:pt x="5751144" y="0"/>
                </a:lnTo>
                <a:close/>
              </a:path>
            </a:pathLst>
          </a:custGeom>
          <a:solidFill>
            <a:srgbClr val="101F30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0" name="Google Shape;230;p19"/>
          <p:cNvSpPr txBox="1">
            <a:spLocks noGrp="1"/>
          </p:cNvSpPr>
          <p:nvPr>
            <p:ph type="body" idx="1"/>
          </p:nvPr>
        </p:nvSpPr>
        <p:spPr>
          <a:xfrm>
            <a:off x="1311300" y="1753738"/>
            <a:ext cx="17724000" cy="94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65125" algn="ctr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2150"/>
              <a:buFont typeface="Inter"/>
              <a:buChar char="●"/>
              <a:defRPr sz="2150" b="1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defRPr>
            </a:lvl1pPr>
            <a:lvl2pPr marL="914400" lvl="1" indent="-365125" algn="ctr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2150"/>
              <a:buFont typeface="Inter"/>
              <a:buChar char="○"/>
              <a:defRPr sz="2150" b="1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371600" lvl="2" indent="-365125" algn="ctr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2150"/>
              <a:buFont typeface="Inter"/>
              <a:buChar char="■"/>
              <a:defRPr sz="2150" b="1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1828800" lvl="3" indent="-365125" algn="ctr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2150"/>
              <a:buFont typeface="Inter"/>
              <a:buChar char="●"/>
              <a:defRPr sz="2150" b="1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2286000" lvl="4" indent="-365125" algn="ctr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2150"/>
              <a:buFont typeface="Inter"/>
              <a:buChar char="○"/>
              <a:defRPr sz="2150" b="1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2743200" lvl="5" indent="-365125" algn="ctr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2150"/>
              <a:buFont typeface="Inter"/>
              <a:buChar char="■"/>
              <a:defRPr sz="2150" b="1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3200400" lvl="6" indent="-365125" algn="ctr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2150"/>
              <a:buFont typeface="Inter"/>
              <a:buChar char="●"/>
              <a:defRPr sz="2150" b="1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3657600" lvl="7" indent="-365125" algn="ctr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2150"/>
              <a:buFont typeface="Inter"/>
              <a:buChar char="○"/>
              <a:defRPr sz="2150" b="1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4114800" lvl="8" indent="-365125" algn="ctr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2150"/>
              <a:buFont typeface="Inter"/>
              <a:buChar char="■"/>
              <a:defRPr sz="2150" b="1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231" name="Google Shape;231;p19"/>
          <p:cNvSpPr txBox="1">
            <a:spLocks noGrp="1"/>
          </p:cNvSpPr>
          <p:nvPr>
            <p:ph type="title"/>
          </p:nvPr>
        </p:nvSpPr>
        <p:spPr>
          <a:xfrm>
            <a:off x="1311225" y="813538"/>
            <a:ext cx="17724000" cy="94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6000"/>
              <a:buFont typeface="Inter"/>
              <a:buNone/>
              <a:defRPr sz="6000" b="1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6000"/>
              <a:buFont typeface="Inter"/>
              <a:buNone/>
              <a:defRPr sz="6000" b="1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6000"/>
              <a:buFont typeface="Inter"/>
              <a:buNone/>
              <a:defRPr sz="6000" b="1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6000"/>
              <a:buFont typeface="Inter"/>
              <a:buNone/>
              <a:defRPr sz="6000" b="1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6000"/>
              <a:buFont typeface="Inter"/>
              <a:buNone/>
              <a:defRPr sz="6000" b="1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6000"/>
              <a:buFont typeface="Inter"/>
              <a:buNone/>
              <a:defRPr sz="6000" b="1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6000"/>
              <a:buFont typeface="Inter"/>
              <a:buNone/>
              <a:defRPr sz="6000" b="1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6000"/>
              <a:buFont typeface="Inter"/>
              <a:buNone/>
              <a:defRPr sz="6000" b="1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00426B"/>
              </a:buClr>
              <a:buSzPts val="6000"/>
              <a:buFont typeface="Inter"/>
              <a:buNone/>
              <a:defRPr sz="6000" b="1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232" name="Google Shape;232;p19"/>
          <p:cNvSpPr txBox="1">
            <a:spLocks noGrp="1"/>
          </p:cNvSpPr>
          <p:nvPr>
            <p:ph type="body" idx="2"/>
          </p:nvPr>
        </p:nvSpPr>
        <p:spPr>
          <a:xfrm>
            <a:off x="1838075" y="6106275"/>
            <a:ext cx="4266600" cy="94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40957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50"/>
              <a:buFont typeface="Inter"/>
              <a:buChar char="●"/>
              <a:defRPr sz="2850" b="1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marL="914400" lvl="1" indent="-40957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50"/>
              <a:buFont typeface="Inter"/>
              <a:buChar char="○"/>
              <a:defRPr sz="2850" b="1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371600" lvl="2" indent="-40957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50"/>
              <a:buFont typeface="Inter"/>
              <a:buChar char="■"/>
              <a:defRPr sz="2850" b="1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1828800" lvl="3" indent="-40957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50"/>
              <a:buFont typeface="Inter"/>
              <a:buChar char="●"/>
              <a:defRPr sz="2850" b="1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2286000" lvl="4" indent="-40957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50"/>
              <a:buFont typeface="Inter"/>
              <a:buChar char="○"/>
              <a:defRPr sz="2850" b="1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2743200" lvl="5" indent="-40957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50"/>
              <a:buFont typeface="Inter"/>
              <a:buChar char="■"/>
              <a:defRPr sz="2850" b="1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3200400" lvl="6" indent="-40957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50"/>
              <a:buFont typeface="Inter"/>
              <a:buChar char="●"/>
              <a:defRPr sz="2850" b="1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3657600" lvl="7" indent="-40957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50"/>
              <a:buFont typeface="Inter"/>
              <a:buChar char="○"/>
              <a:defRPr sz="2850" b="1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4114800" lvl="8" indent="-40957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50"/>
              <a:buFont typeface="Inter"/>
              <a:buChar char="■"/>
              <a:defRPr sz="2850" b="1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233" name="Google Shape;233;p19"/>
          <p:cNvSpPr txBox="1">
            <a:spLocks noGrp="1"/>
          </p:cNvSpPr>
          <p:nvPr>
            <p:ph type="body" idx="3"/>
          </p:nvPr>
        </p:nvSpPr>
        <p:spPr>
          <a:xfrm>
            <a:off x="1838050" y="7138425"/>
            <a:ext cx="4266600" cy="325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6512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50"/>
              <a:buFont typeface="Inter"/>
              <a:buChar char="●"/>
              <a:defRPr sz="215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marL="914400" lvl="1" indent="-36512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50"/>
              <a:buFont typeface="Inter"/>
              <a:buChar char="○"/>
              <a:defRPr sz="215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371600" lvl="2" indent="-36512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50"/>
              <a:buFont typeface="Inter"/>
              <a:buChar char="■"/>
              <a:defRPr sz="215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1828800" lvl="3" indent="-36512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50"/>
              <a:buFont typeface="Inter"/>
              <a:buChar char="●"/>
              <a:defRPr sz="215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2286000" lvl="4" indent="-36512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50"/>
              <a:buFont typeface="Inter"/>
              <a:buChar char="○"/>
              <a:defRPr sz="215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2743200" lvl="5" indent="-36512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50"/>
              <a:buFont typeface="Inter"/>
              <a:buChar char="■"/>
              <a:defRPr sz="215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3200400" lvl="6" indent="-36512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50"/>
              <a:buFont typeface="Inter"/>
              <a:buChar char="●"/>
              <a:defRPr sz="215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3657600" lvl="7" indent="-36512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50"/>
              <a:buFont typeface="Inter"/>
              <a:buChar char="○"/>
              <a:defRPr sz="215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4114800" lvl="8" indent="-36512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50"/>
              <a:buFont typeface="Inter"/>
              <a:buChar char="■"/>
              <a:defRPr sz="215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234" name="Google Shape;234;p19"/>
          <p:cNvSpPr txBox="1">
            <a:spLocks noGrp="1"/>
          </p:cNvSpPr>
          <p:nvPr>
            <p:ph type="body" idx="4"/>
          </p:nvPr>
        </p:nvSpPr>
        <p:spPr>
          <a:xfrm>
            <a:off x="7559525" y="6106275"/>
            <a:ext cx="4266600" cy="94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40957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50"/>
              <a:buFont typeface="Inter"/>
              <a:buChar char="●"/>
              <a:defRPr sz="285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marL="914400" lvl="1" indent="-40957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50"/>
              <a:buFont typeface="Inter"/>
              <a:buChar char="○"/>
              <a:defRPr sz="285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371600" lvl="2" indent="-40957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50"/>
              <a:buFont typeface="Inter"/>
              <a:buChar char="■"/>
              <a:defRPr sz="285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1828800" lvl="3" indent="-40957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50"/>
              <a:buFont typeface="Inter"/>
              <a:buChar char="●"/>
              <a:defRPr sz="285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2286000" lvl="4" indent="-40957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50"/>
              <a:buFont typeface="Inter"/>
              <a:buChar char="○"/>
              <a:defRPr sz="285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2743200" lvl="5" indent="-40957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50"/>
              <a:buFont typeface="Inter"/>
              <a:buChar char="■"/>
              <a:defRPr sz="285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3200400" lvl="6" indent="-40957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50"/>
              <a:buFont typeface="Inter"/>
              <a:buChar char="●"/>
              <a:defRPr sz="285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3657600" lvl="7" indent="-40957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50"/>
              <a:buFont typeface="Inter"/>
              <a:buChar char="○"/>
              <a:defRPr sz="285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4114800" lvl="8" indent="-40957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50"/>
              <a:buFont typeface="Inter"/>
              <a:buChar char="■"/>
              <a:defRPr sz="285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235" name="Google Shape;235;p19"/>
          <p:cNvSpPr txBox="1">
            <a:spLocks noGrp="1"/>
          </p:cNvSpPr>
          <p:nvPr>
            <p:ph type="body" idx="5"/>
          </p:nvPr>
        </p:nvSpPr>
        <p:spPr>
          <a:xfrm>
            <a:off x="7559500" y="7138425"/>
            <a:ext cx="4266600" cy="325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6512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50"/>
              <a:buFont typeface="Inter"/>
              <a:buChar char="●"/>
              <a:defRPr sz="215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marL="914400" lvl="1" indent="-36512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50"/>
              <a:buFont typeface="Inter"/>
              <a:buChar char="○"/>
              <a:defRPr sz="215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371600" lvl="2" indent="-36512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50"/>
              <a:buFont typeface="Inter"/>
              <a:buChar char="■"/>
              <a:defRPr sz="215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1828800" lvl="3" indent="-36512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50"/>
              <a:buFont typeface="Inter"/>
              <a:buChar char="●"/>
              <a:defRPr sz="215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2286000" lvl="4" indent="-36512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50"/>
              <a:buFont typeface="Inter"/>
              <a:buChar char="○"/>
              <a:defRPr sz="215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2743200" lvl="5" indent="-36512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50"/>
              <a:buFont typeface="Inter"/>
              <a:buChar char="■"/>
              <a:defRPr sz="215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3200400" lvl="6" indent="-36512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50"/>
              <a:buFont typeface="Inter"/>
              <a:buChar char="●"/>
              <a:defRPr sz="215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3657600" lvl="7" indent="-36512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50"/>
              <a:buFont typeface="Inter"/>
              <a:buChar char="○"/>
              <a:defRPr sz="215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4114800" lvl="8" indent="-36512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50"/>
              <a:buFont typeface="Inter"/>
              <a:buChar char="■"/>
              <a:defRPr sz="215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236" name="Google Shape;236;p19"/>
          <p:cNvSpPr txBox="1">
            <a:spLocks noGrp="1"/>
          </p:cNvSpPr>
          <p:nvPr>
            <p:ph type="body" idx="6"/>
          </p:nvPr>
        </p:nvSpPr>
        <p:spPr>
          <a:xfrm>
            <a:off x="13281000" y="6106275"/>
            <a:ext cx="4266600" cy="94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40957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50"/>
              <a:buFont typeface="Inter"/>
              <a:buChar char="●"/>
              <a:defRPr sz="285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marL="914400" lvl="1" indent="-40957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50"/>
              <a:buFont typeface="Inter"/>
              <a:buChar char="○"/>
              <a:defRPr sz="285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371600" lvl="2" indent="-40957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50"/>
              <a:buFont typeface="Inter"/>
              <a:buChar char="■"/>
              <a:defRPr sz="285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1828800" lvl="3" indent="-40957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50"/>
              <a:buFont typeface="Inter"/>
              <a:buChar char="●"/>
              <a:defRPr sz="285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2286000" lvl="4" indent="-40957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50"/>
              <a:buFont typeface="Inter"/>
              <a:buChar char="○"/>
              <a:defRPr sz="285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2743200" lvl="5" indent="-40957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50"/>
              <a:buFont typeface="Inter"/>
              <a:buChar char="■"/>
              <a:defRPr sz="285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3200400" lvl="6" indent="-40957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50"/>
              <a:buFont typeface="Inter"/>
              <a:buChar char="●"/>
              <a:defRPr sz="285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3657600" lvl="7" indent="-40957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50"/>
              <a:buFont typeface="Inter"/>
              <a:buChar char="○"/>
              <a:defRPr sz="285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4114800" lvl="8" indent="-40957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50"/>
              <a:buFont typeface="Inter"/>
              <a:buChar char="■"/>
              <a:defRPr sz="285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237" name="Google Shape;237;p19"/>
          <p:cNvSpPr txBox="1">
            <a:spLocks noGrp="1"/>
          </p:cNvSpPr>
          <p:nvPr>
            <p:ph type="body" idx="7"/>
          </p:nvPr>
        </p:nvSpPr>
        <p:spPr>
          <a:xfrm>
            <a:off x="13280975" y="7138425"/>
            <a:ext cx="4266600" cy="325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6512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50"/>
              <a:buFont typeface="Inter"/>
              <a:buChar char="●"/>
              <a:defRPr sz="215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marL="914400" lvl="1" indent="-36512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50"/>
              <a:buFont typeface="Inter"/>
              <a:buChar char="○"/>
              <a:defRPr sz="215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371600" lvl="2" indent="-36512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50"/>
              <a:buFont typeface="Inter"/>
              <a:buChar char="■"/>
              <a:defRPr sz="215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1828800" lvl="3" indent="-36512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50"/>
              <a:buFont typeface="Inter"/>
              <a:buChar char="●"/>
              <a:defRPr sz="215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2286000" lvl="4" indent="-36512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50"/>
              <a:buFont typeface="Inter"/>
              <a:buChar char="○"/>
              <a:defRPr sz="215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2743200" lvl="5" indent="-36512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50"/>
              <a:buFont typeface="Inter"/>
              <a:buChar char="■"/>
              <a:defRPr sz="215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3200400" lvl="6" indent="-36512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50"/>
              <a:buFont typeface="Inter"/>
              <a:buChar char="●"/>
              <a:defRPr sz="215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3657600" lvl="7" indent="-36512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50"/>
              <a:buFont typeface="Inter"/>
              <a:buChar char="○"/>
              <a:defRPr sz="215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4114800" lvl="8" indent="-36512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50"/>
              <a:buFont typeface="Inter"/>
              <a:buChar char="■"/>
              <a:defRPr sz="215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grpSp>
        <p:nvGrpSpPr>
          <p:cNvPr id="238" name="Google Shape;238;p19"/>
          <p:cNvGrpSpPr/>
          <p:nvPr/>
        </p:nvGrpSpPr>
        <p:grpSpPr>
          <a:xfrm>
            <a:off x="9034252" y="356758"/>
            <a:ext cx="2035595" cy="199299"/>
            <a:chOff x="9034252" y="356758"/>
            <a:chExt cx="2035595" cy="199299"/>
          </a:xfrm>
        </p:grpSpPr>
        <p:grpSp>
          <p:nvGrpSpPr>
            <p:cNvPr id="239" name="Google Shape;239;p19"/>
            <p:cNvGrpSpPr/>
            <p:nvPr/>
          </p:nvGrpSpPr>
          <p:grpSpPr>
            <a:xfrm>
              <a:off x="9034252" y="356758"/>
              <a:ext cx="1012962" cy="161597"/>
              <a:chOff x="9034252" y="356758"/>
              <a:chExt cx="1012962" cy="161597"/>
            </a:xfrm>
          </p:grpSpPr>
          <p:pic>
            <p:nvPicPr>
              <p:cNvPr id="240" name="Google Shape;240;p19"/>
              <p:cNvPicPr preferRelativeResize="0"/>
              <p:nvPr/>
            </p:nvPicPr>
            <p:blipFill rotWithShape="1">
              <a:blip r:embed="rId2">
                <a:alphaModFix/>
              </a:blip>
              <a:srcRect/>
              <a:stretch/>
            </p:blipFill>
            <p:spPr>
              <a:xfrm>
                <a:off x="9034252" y="356758"/>
                <a:ext cx="132791" cy="161272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41" name="Google Shape;241;p19"/>
              <p:cNvSpPr/>
              <p:nvPr/>
            </p:nvSpPr>
            <p:spPr>
              <a:xfrm>
                <a:off x="9189212" y="376751"/>
                <a:ext cx="534034" cy="141604"/>
              </a:xfrm>
              <a:custGeom>
                <a:avLst/>
                <a:gdLst/>
                <a:ahLst/>
                <a:cxnLst/>
                <a:rect l="l" t="t" r="r" b="b"/>
                <a:pathLst>
                  <a:path w="534034" h="141604" extrusionOk="0">
                    <a:moveTo>
                      <a:pt x="64109" y="27178"/>
                    </a:moveTo>
                    <a:lnTo>
                      <a:pt x="61277" y="26530"/>
                    </a:lnTo>
                    <a:lnTo>
                      <a:pt x="57810" y="26085"/>
                    </a:lnTo>
                    <a:lnTo>
                      <a:pt x="54978" y="26085"/>
                    </a:lnTo>
                    <a:lnTo>
                      <a:pt x="45313" y="27190"/>
                    </a:lnTo>
                    <a:lnTo>
                      <a:pt x="36855" y="30518"/>
                    </a:lnTo>
                    <a:lnTo>
                      <a:pt x="29578" y="36080"/>
                    </a:lnTo>
                    <a:lnTo>
                      <a:pt x="23456" y="43903"/>
                    </a:lnTo>
                    <a:lnTo>
                      <a:pt x="23025" y="43903"/>
                    </a:lnTo>
                    <a:lnTo>
                      <a:pt x="23025" y="27609"/>
                    </a:lnTo>
                    <a:lnTo>
                      <a:pt x="0" y="27609"/>
                    </a:lnTo>
                    <a:lnTo>
                      <a:pt x="0" y="138023"/>
                    </a:lnTo>
                    <a:lnTo>
                      <a:pt x="24765" y="138023"/>
                    </a:lnTo>
                    <a:lnTo>
                      <a:pt x="24765" y="83896"/>
                    </a:lnTo>
                    <a:lnTo>
                      <a:pt x="26784" y="68605"/>
                    </a:lnTo>
                    <a:lnTo>
                      <a:pt x="32677" y="57442"/>
                    </a:lnTo>
                    <a:lnTo>
                      <a:pt x="42278" y="50584"/>
                    </a:lnTo>
                    <a:lnTo>
                      <a:pt x="55410" y="48260"/>
                    </a:lnTo>
                    <a:lnTo>
                      <a:pt x="58242" y="48260"/>
                    </a:lnTo>
                    <a:lnTo>
                      <a:pt x="61061" y="48475"/>
                    </a:lnTo>
                    <a:lnTo>
                      <a:pt x="64109" y="49123"/>
                    </a:lnTo>
                    <a:lnTo>
                      <a:pt x="64109" y="27178"/>
                    </a:lnTo>
                    <a:close/>
                  </a:path>
                  <a:path w="534034" h="141604" extrusionOk="0">
                    <a:moveTo>
                      <a:pt x="173202" y="87820"/>
                    </a:moveTo>
                    <a:lnTo>
                      <a:pt x="173062" y="81508"/>
                    </a:lnTo>
                    <a:lnTo>
                      <a:pt x="173037" y="80264"/>
                    </a:lnTo>
                    <a:lnTo>
                      <a:pt x="172504" y="73494"/>
                    </a:lnTo>
                    <a:lnTo>
                      <a:pt x="152565" y="34505"/>
                    </a:lnTo>
                    <a:lnTo>
                      <a:pt x="148437" y="32359"/>
                    </a:lnTo>
                    <a:lnTo>
                      <a:pt x="148437" y="71513"/>
                    </a:lnTo>
                    <a:lnTo>
                      <a:pt x="92570" y="71513"/>
                    </a:lnTo>
                    <a:lnTo>
                      <a:pt x="95758" y="58928"/>
                    </a:lnTo>
                    <a:lnTo>
                      <a:pt x="101790" y="49885"/>
                    </a:lnTo>
                    <a:lnTo>
                      <a:pt x="110210" y="44437"/>
                    </a:lnTo>
                    <a:lnTo>
                      <a:pt x="120611" y="42608"/>
                    </a:lnTo>
                    <a:lnTo>
                      <a:pt x="130987" y="44437"/>
                    </a:lnTo>
                    <a:lnTo>
                      <a:pt x="139458" y="49885"/>
                    </a:lnTo>
                    <a:lnTo>
                      <a:pt x="145453" y="58928"/>
                    </a:lnTo>
                    <a:lnTo>
                      <a:pt x="148437" y="71513"/>
                    </a:lnTo>
                    <a:lnTo>
                      <a:pt x="148437" y="32359"/>
                    </a:lnTo>
                    <a:lnTo>
                      <a:pt x="138137" y="26987"/>
                    </a:lnTo>
                    <a:lnTo>
                      <a:pt x="120611" y="24345"/>
                    </a:lnTo>
                    <a:lnTo>
                      <a:pt x="98209" y="28702"/>
                    </a:lnTo>
                    <a:lnTo>
                      <a:pt x="81546" y="40703"/>
                    </a:lnTo>
                    <a:lnTo>
                      <a:pt x="76276" y="49885"/>
                    </a:lnTo>
                    <a:lnTo>
                      <a:pt x="71145" y="58928"/>
                    </a:lnTo>
                    <a:lnTo>
                      <a:pt x="67576" y="81508"/>
                    </a:lnTo>
                    <a:lnTo>
                      <a:pt x="71196" y="105892"/>
                    </a:lnTo>
                    <a:lnTo>
                      <a:pt x="81673" y="124764"/>
                    </a:lnTo>
                    <a:lnTo>
                      <a:pt x="98475" y="136956"/>
                    </a:lnTo>
                    <a:lnTo>
                      <a:pt x="121043" y="141274"/>
                    </a:lnTo>
                    <a:lnTo>
                      <a:pt x="140601" y="138353"/>
                    </a:lnTo>
                    <a:lnTo>
                      <a:pt x="155765" y="130441"/>
                    </a:lnTo>
                    <a:lnTo>
                      <a:pt x="162483" y="123012"/>
                    </a:lnTo>
                    <a:lnTo>
                      <a:pt x="166281" y="118821"/>
                    </a:lnTo>
                    <a:lnTo>
                      <a:pt x="171894" y="104762"/>
                    </a:lnTo>
                    <a:lnTo>
                      <a:pt x="146469" y="104762"/>
                    </a:lnTo>
                    <a:lnTo>
                      <a:pt x="143573" y="112115"/>
                    </a:lnTo>
                    <a:lnTo>
                      <a:pt x="138239" y="117881"/>
                    </a:lnTo>
                    <a:lnTo>
                      <a:pt x="130670" y="121666"/>
                    </a:lnTo>
                    <a:lnTo>
                      <a:pt x="121043" y="123012"/>
                    </a:lnTo>
                    <a:lnTo>
                      <a:pt x="110147" y="121031"/>
                    </a:lnTo>
                    <a:lnTo>
                      <a:pt x="101130" y="114795"/>
                    </a:lnTo>
                    <a:lnTo>
                      <a:pt x="94856" y="103860"/>
                    </a:lnTo>
                    <a:lnTo>
                      <a:pt x="92138" y="87820"/>
                    </a:lnTo>
                    <a:lnTo>
                      <a:pt x="173202" y="87820"/>
                    </a:lnTo>
                    <a:close/>
                  </a:path>
                  <a:path w="534034" h="141604" extrusionOk="0">
                    <a:moveTo>
                      <a:pt x="281647" y="107594"/>
                    </a:moveTo>
                    <a:lnTo>
                      <a:pt x="277977" y="91567"/>
                    </a:lnTo>
                    <a:lnTo>
                      <a:pt x="268363" y="81534"/>
                    </a:lnTo>
                    <a:lnTo>
                      <a:pt x="254977" y="75476"/>
                    </a:lnTo>
                    <a:lnTo>
                      <a:pt x="228688" y="68326"/>
                    </a:lnTo>
                    <a:lnTo>
                      <a:pt x="220903" y="65316"/>
                    </a:lnTo>
                    <a:lnTo>
                      <a:pt x="216395" y="61328"/>
                    </a:lnTo>
                    <a:lnTo>
                      <a:pt x="214934" y="55422"/>
                    </a:lnTo>
                    <a:lnTo>
                      <a:pt x="214934" y="47383"/>
                    </a:lnTo>
                    <a:lnTo>
                      <a:pt x="221665" y="42392"/>
                    </a:lnTo>
                    <a:lnTo>
                      <a:pt x="233184" y="42392"/>
                    </a:lnTo>
                    <a:lnTo>
                      <a:pt x="242074" y="43586"/>
                    </a:lnTo>
                    <a:lnTo>
                      <a:pt x="248704" y="47205"/>
                    </a:lnTo>
                    <a:lnTo>
                      <a:pt x="252844" y="53301"/>
                    </a:lnTo>
                    <a:lnTo>
                      <a:pt x="254266" y="61950"/>
                    </a:lnTo>
                    <a:lnTo>
                      <a:pt x="278180" y="61950"/>
                    </a:lnTo>
                    <a:lnTo>
                      <a:pt x="275031" y="45720"/>
                    </a:lnTo>
                    <a:lnTo>
                      <a:pt x="266217" y="33934"/>
                    </a:lnTo>
                    <a:lnTo>
                      <a:pt x="252196" y="26771"/>
                    </a:lnTo>
                    <a:lnTo>
                      <a:pt x="233400" y="24345"/>
                    </a:lnTo>
                    <a:lnTo>
                      <a:pt x="215734" y="26758"/>
                    </a:lnTo>
                    <a:lnTo>
                      <a:pt x="202082" y="33528"/>
                    </a:lnTo>
                    <a:lnTo>
                      <a:pt x="193268" y="43967"/>
                    </a:lnTo>
                    <a:lnTo>
                      <a:pt x="190144" y="57391"/>
                    </a:lnTo>
                    <a:lnTo>
                      <a:pt x="193459" y="72428"/>
                    </a:lnTo>
                    <a:lnTo>
                      <a:pt x="202133" y="81699"/>
                    </a:lnTo>
                    <a:lnTo>
                      <a:pt x="214261" y="87185"/>
                    </a:lnTo>
                    <a:lnTo>
                      <a:pt x="240385" y="94132"/>
                    </a:lnTo>
                    <a:lnTo>
                      <a:pt x="249059" y="97536"/>
                    </a:lnTo>
                    <a:lnTo>
                      <a:pt x="254139" y="102171"/>
                    </a:lnTo>
                    <a:lnTo>
                      <a:pt x="255790" y="109118"/>
                    </a:lnTo>
                    <a:lnTo>
                      <a:pt x="255790" y="117373"/>
                    </a:lnTo>
                    <a:lnTo>
                      <a:pt x="248399" y="122809"/>
                    </a:lnTo>
                    <a:lnTo>
                      <a:pt x="235788" y="122809"/>
                    </a:lnTo>
                    <a:lnTo>
                      <a:pt x="225958" y="121412"/>
                    </a:lnTo>
                    <a:lnTo>
                      <a:pt x="218732" y="117322"/>
                    </a:lnTo>
                    <a:lnTo>
                      <a:pt x="214274" y="110705"/>
                    </a:lnTo>
                    <a:lnTo>
                      <a:pt x="212750" y="101714"/>
                    </a:lnTo>
                    <a:lnTo>
                      <a:pt x="187540" y="101714"/>
                    </a:lnTo>
                    <a:lnTo>
                      <a:pt x="190944" y="118999"/>
                    </a:lnTo>
                    <a:lnTo>
                      <a:pt x="200444" y="131368"/>
                    </a:lnTo>
                    <a:lnTo>
                      <a:pt x="215455" y="138798"/>
                    </a:lnTo>
                    <a:lnTo>
                      <a:pt x="235356" y="141274"/>
                    </a:lnTo>
                    <a:lnTo>
                      <a:pt x="254609" y="138823"/>
                    </a:lnTo>
                    <a:lnTo>
                      <a:pt x="269189" y="131927"/>
                    </a:lnTo>
                    <a:lnTo>
                      <a:pt x="278422" y="121285"/>
                    </a:lnTo>
                    <a:lnTo>
                      <a:pt x="281647" y="107594"/>
                    </a:lnTo>
                    <a:close/>
                  </a:path>
                  <a:path w="534034" h="141604" extrusionOk="0">
                    <a:moveTo>
                      <a:pt x="354672" y="118021"/>
                    </a:moveTo>
                    <a:lnTo>
                      <a:pt x="352933" y="118668"/>
                    </a:lnTo>
                    <a:lnTo>
                      <a:pt x="349885" y="119113"/>
                    </a:lnTo>
                    <a:lnTo>
                      <a:pt x="336194" y="119113"/>
                    </a:lnTo>
                    <a:lnTo>
                      <a:pt x="332066" y="114122"/>
                    </a:lnTo>
                    <a:lnTo>
                      <a:pt x="332066" y="46520"/>
                    </a:lnTo>
                    <a:lnTo>
                      <a:pt x="353580" y="46520"/>
                    </a:lnTo>
                    <a:lnTo>
                      <a:pt x="353580" y="27609"/>
                    </a:lnTo>
                    <a:lnTo>
                      <a:pt x="332066" y="27609"/>
                    </a:lnTo>
                    <a:lnTo>
                      <a:pt x="332066" y="0"/>
                    </a:lnTo>
                    <a:lnTo>
                      <a:pt x="307289" y="0"/>
                    </a:lnTo>
                    <a:lnTo>
                      <a:pt x="307289" y="27609"/>
                    </a:lnTo>
                    <a:lnTo>
                      <a:pt x="288823" y="27609"/>
                    </a:lnTo>
                    <a:lnTo>
                      <a:pt x="288823" y="46520"/>
                    </a:lnTo>
                    <a:lnTo>
                      <a:pt x="307289" y="46520"/>
                    </a:lnTo>
                    <a:lnTo>
                      <a:pt x="307289" y="105410"/>
                    </a:lnTo>
                    <a:lnTo>
                      <a:pt x="309245" y="120891"/>
                    </a:lnTo>
                    <a:lnTo>
                      <a:pt x="315302" y="131419"/>
                    </a:lnTo>
                    <a:lnTo>
                      <a:pt x="325716" y="137414"/>
                    </a:lnTo>
                    <a:lnTo>
                      <a:pt x="340766" y="139319"/>
                    </a:lnTo>
                    <a:lnTo>
                      <a:pt x="345325" y="139319"/>
                    </a:lnTo>
                    <a:lnTo>
                      <a:pt x="350977" y="138455"/>
                    </a:lnTo>
                    <a:lnTo>
                      <a:pt x="354672" y="137363"/>
                    </a:lnTo>
                    <a:lnTo>
                      <a:pt x="354672" y="118021"/>
                    </a:lnTo>
                    <a:close/>
                  </a:path>
                  <a:path w="534034" h="141604" extrusionOk="0">
                    <a:moveTo>
                      <a:pt x="533755" y="69989"/>
                    </a:moveTo>
                    <a:lnTo>
                      <a:pt x="531139" y="50393"/>
                    </a:lnTo>
                    <a:lnTo>
                      <a:pt x="523646" y="36322"/>
                    </a:lnTo>
                    <a:lnTo>
                      <a:pt x="511746" y="27838"/>
                    </a:lnTo>
                    <a:lnTo>
                      <a:pt x="495935" y="24993"/>
                    </a:lnTo>
                    <a:lnTo>
                      <a:pt x="484466" y="26352"/>
                    </a:lnTo>
                    <a:lnTo>
                      <a:pt x="474967" y="30264"/>
                    </a:lnTo>
                    <a:lnTo>
                      <a:pt x="467080" y="36550"/>
                    </a:lnTo>
                    <a:lnTo>
                      <a:pt x="460514" y="44996"/>
                    </a:lnTo>
                    <a:lnTo>
                      <a:pt x="455168" y="36372"/>
                    </a:lnTo>
                    <a:lnTo>
                      <a:pt x="447789" y="30111"/>
                    </a:lnTo>
                    <a:lnTo>
                      <a:pt x="438619" y="26289"/>
                    </a:lnTo>
                    <a:lnTo>
                      <a:pt x="427901" y="24993"/>
                    </a:lnTo>
                    <a:lnTo>
                      <a:pt x="418719" y="25984"/>
                    </a:lnTo>
                    <a:lnTo>
                      <a:pt x="410629" y="28943"/>
                    </a:lnTo>
                    <a:lnTo>
                      <a:pt x="403517" y="33896"/>
                    </a:lnTo>
                    <a:lnTo>
                      <a:pt x="397268" y="40868"/>
                    </a:lnTo>
                    <a:lnTo>
                      <a:pt x="396824" y="40868"/>
                    </a:lnTo>
                    <a:lnTo>
                      <a:pt x="396824" y="27609"/>
                    </a:lnTo>
                    <a:lnTo>
                      <a:pt x="373138" y="27609"/>
                    </a:lnTo>
                    <a:lnTo>
                      <a:pt x="373138" y="138023"/>
                    </a:lnTo>
                    <a:lnTo>
                      <a:pt x="397916" y="138023"/>
                    </a:lnTo>
                    <a:lnTo>
                      <a:pt x="397916" y="78905"/>
                    </a:lnTo>
                    <a:lnTo>
                      <a:pt x="399465" y="64617"/>
                    </a:lnTo>
                    <a:lnTo>
                      <a:pt x="403999" y="53962"/>
                    </a:lnTo>
                    <a:lnTo>
                      <a:pt x="411302" y="47294"/>
                    </a:lnTo>
                    <a:lnTo>
                      <a:pt x="421170" y="44996"/>
                    </a:lnTo>
                    <a:lnTo>
                      <a:pt x="429666" y="46672"/>
                    </a:lnTo>
                    <a:lnTo>
                      <a:pt x="435876" y="51523"/>
                    </a:lnTo>
                    <a:lnTo>
                      <a:pt x="439661" y="59296"/>
                    </a:lnTo>
                    <a:lnTo>
                      <a:pt x="440944" y="69773"/>
                    </a:lnTo>
                    <a:lnTo>
                      <a:pt x="440944" y="138023"/>
                    </a:lnTo>
                    <a:lnTo>
                      <a:pt x="465721" y="138023"/>
                    </a:lnTo>
                    <a:lnTo>
                      <a:pt x="465721" y="78460"/>
                    </a:lnTo>
                    <a:lnTo>
                      <a:pt x="467309" y="64338"/>
                    </a:lnTo>
                    <a:lnTo>
                      <a:pt x="471893" y="53822"/>
                    </a:lnTo>
                    <a:lnTo>
                      <a:pt x="479196" y="47256"/>
                    </a:lnTo>
                    <a:lnTo>
                      <a:pt x="488975" y="44996"/>
                    </a:lnTo>
                    <a:lnTo>
                      <a:pt x="497332" y="46520"/>
                    </a:lnTo>
                    <a:lnTo>
                      <a:pt x="503631" y="51358"/>
                    </a:lnTo>
                    <a:lnTo>
                      <a:pt x="507593" y="59855"/>
                    </a:lnTo>
                    <a:lnTo>
                      <a:pt x="508977" y="72377"/>
                    </a:lnTo>
                    <a:lnTo>
                      <a:pt x="508977" y="138023"/>
                    </a:lnTo>
                    <a:lnTo>
                      <a:pt x="533755" y="138023"/>
                    </a:lnTo>
                    <a:lnTo>
                      <a:pt x="533755" y="69989"/>
                    </a:lnTo>
                    <a:close/>
                  </a:path>
                </a:pathLst>
              </a:custGeom>
              <a:solidFill>
                <a:srgbClr val="00426B"/>
              </a:solidFill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pic>
            <p:nvPicPr>
              <p:cNvPr id="242" name="Google Shape;242;p19"/>
              <p:cNvPicPr preferRelativeResize="0"/>
              <p:nvPr/>
            </p:nvPicPr>
            <p:blipFill rotWithShape="1">
              <a:blip r:embed="rId3">
                <a:alphaModFix/>
              </a:blip>
              <a:srcRect/>
              <a:stretch/>
            </p:blipFill>
            <p:spPr>
              <a:xfrm>
                <a:off x="9742733" y="401101"/>
                <a:ext cx="108886" cy="116917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43" name="Google Shape;243;p19"/>
              <p:cNvPicPr preferRelativeResize="0"/>
              <p:nvPr/>
            </p:nvPicPr>
            <p:blipFill rotWithShape="1">
              <a:blip r:embed="rId4">
                <a:alphaModFix/>
              </a:blip>
              <a:srcRect/>
              <a:stretch/>
            </p:blipFill>
            <p:spPr>
              <a:xfrm>
                <a:off x="9872482" y="376750"/>
                <a:ext cx="174732" cy="13931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244" name="Google Shape;244;p19"/>
            <p:cNvGrpSpPr/>
            <p:nvPr/>
          </p:nvGrpSpPr>
          <p:grpSpPr>
            <a:xfrm>
              <a:off x="10114362" y="360020"/>
              <a:ext cx="955485" cy="196037"/>
              <a:chOff x="10114362" y="360020"/>
              <a:chExt cx="955485" cy="196037"/>
            </a:xfrm>
          </p:grpSpPr>
          <p:pic>
            <p:nvPicPr>
              <p:cNvPr id="245" name="Google Shape;245;p19"/>
              <p:cNvPicPr preferRelativeResize="0"/>
              <p:nvPr/>
            </p:nvPicPr>
            <p:blipFill rotWithShape="1">
              <a:blip r:embed="rId5">
                <a:alphaModFix/>
              </a:blip>
              <a:srcRect/>
              <a:stretch/>
            </p:blipFill>
            <p:spPr>
              <a:xfrm>
                <a:off x="10263885" y="401749"/>
                <a:ext cx="97148" cy="113012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46" name="Google Shape;246;p19"/>
              <p:cNvPicPr preferRelativeResize="0"/>
              <p:nvPr/>
            </p:nvPicPr>
            <p:blipFill rotWithShape="1">
              <a:blip r:embed="rId6">
                <a:alphaModFix/>
              </a:blip>
              <a:srcRect/>
              <a:stretch/>
            </p:blipFill>
            <p:spPr>
              <a:xfrm>
                <a:off x="10114362" y="360020"/>
                <a:ext cx="118886" cy="1580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47" name="Google Shape;247;p19"/>
              <p:cNvSpPr/>
              <p:nvPr/>
            </p:nvSpPr>
            <p:spPr>
              <a:xfrm>
                <a:off x="10388410" y="360025"/>
                <a:ext cx="254000" cy="158115"/>
              </a:xfrm>
              <a:custGeom>
                <a:avLst/>
                <a:gdLst/>
                <a:ahLst/>
                <a:cxnLst/>
                <a:rect l="l" t="t" r="r" b="b"/>
                <a:pathLst>
                  <a:path w="254000" h="158115" extrusionOk="0">
                    <a:moveTo>
                      <a:pt x="24777" y="44335"/>
                    </a:moveTo>
                    <a:lnTo>
                      <a:pt x="0" y="44335"/>
                    </a:lnTo>
                    <a:lnTo>
                      <a:pt x="0" y="154749"/>
                    </a:lnTo>
                    <a:lnTo>
                      <a:pt x="24777" y="154749"/>
                    </a:lnTo>
                    <a:lnTo>
                      <a:pt x="24777" y="44335"/>
                    </a:lnTo>
                    <a:close/>
                  </a:path>
                  <a:path w="254000" h="158115" extrusionOk="0">
                    <a:moveTo>
                      <a:pt x="24777" y="0"/>
                    </a:moveTo>
                    <a:lnTo>
                      <a:pt x="0" y="0"/>
                    </a:lnTo>
                    <a:lnTo>
                      <a:pt x="0" y="23685"/>
                    </a:lnTo>
                    <a:lnTo>
                      <a:pt x="24777" y="23685"/>
                    </a:lnTo>
                    <a:lnTo>
                      <a:pt x="24777" y="0"/>
                    </a:lnTo>
                    <a:close/>
                  </a:path>
                  <a:path w="254000" h="158115" extrusionOk="0">
                    <a:moveTo>
                      <a:pt x="145173" y="44335"/>
                    </a:moveTo>
                    <a:lnTo>
                      <a:pt x="119316" y="44335"/>
                    </a:lnTo>
                    <a:lnTo>
                      <a:pt x="104965" y="89319"/>
                    </a:lnTo>
                    <a:lnTo>
                      <a:pt x="97586" y="113360"/>
                    </a:lnTo>
                    <a:lnTo>
                      <a:pt x="90843" y="137566"/>
                    </a:lnTo>
                    <a:lnTo>
                      <a:pt x="90398" y="137566"/>
                    </a:lnTo>
                    <a:lnTo>
                      <a:pt x="87096" y="125412"/>
                    </a:lnTo>
                    <a:lnTo>
                      <a:pt x="80073" y="101358"/>
                    </a:lnTo>
                    <a:lnTo>
                      <a:pt x="61937" y="44335"/>
                    </a:lnTo>
                    <a:lnTo>
                      <a:pt x="36068" y="44335"/>
                    </a:lnTo>
                    <a:lnTo>
                      <a:pt x="74536" y="154749"/>
                    </a:lnTo>
                    <a:lnTo>
                      <a:pt x="106705" y="154749"/>
                    </a:lnTo>
                    <a:lnTo>
                      <a:pt x="145173" y="44335"/>
                    </a:lnTo>
                    <a:close/>
                  </a:path>
                  <a:path w="254000" h="158115" extrusionOk="0">
                    <a:moveTo>
                      <a:pt x="253403" y="104546"/>
                    </a:moveTo>
                    <a:lnTo>
                      <a:pt x="253263" y="98234"/>
                    </a:lnTo>
                    <a:lnTo>
                      <a:pt x="253238" y="96989"/>
                    </a:lnTo>
                    <a:lnTo>
                      <a:pt x="252704" y="90220"/>
                    </a:lnTo>
                    <a:lnTo>
                      <a:pt x="252387" y="88239"/>
                    </a:lnTo>
                    <a:lnTo>
                      <a:pt x="251752" y="84150"/>
                    </a:lnTo>
                    <a:lnTo>
                      <a:pt x="250355" y="78676"/>
                    </a:lnTo>
                    <a:lnTo>
                      <a:pt x="243598" y="63080"/>
                    </a:lnTo>
                    <a:lnTo>
                      <a:pt x="240169" y="59334"/>
                    </a:lnTo>
                    <a:lnTo>
                      <a:pt x="232752" y="51231"/>
                    </a:lnTo>
                    <a:lnTo>
                      <a:pt x="228638" y="49098"/>
                    </a:lnTo>
                    <a:lnTo>
                      <a:pt x="228638" y="88239"/>
                    </a:lnTo>
                    <a:lnTo>
                      <a:pt x="172770" y="88239"/>
                    </a:lnTo>
                    <a:lnTo>
                      <a:pt x="175958" y="75653"/>
                    </a:lnTo>
                    <a:lnTo>
                      <a:pt x="181991" y="66611"/>
                    </a:lnTo>
                    <a:lnTo>
                      <a:pt x="190411" y="61163"/>
                    </a:lnTo>
                    <a:lnTo>
                      <a:pt x="200812" y="59334"/>
                    </a:lnTo>
                    <a:lnTo>
                      <a:pt x="211328" y="61163"/>
                    </a:lnTo>
                    <a:lnTo>
                      <a:pt x="211201" y="61163"/>
                    </a:lnTo>
                    <a:lnTo>
                      <a:pt x="219671" y="66611"/>
                    </a:lnTo>
                    <a:lnTo>
                      <a:pt x="225653" y="75653"/>
                    </a:lnTo>
                    <a:lnTo>
                      <a:pt x="228638" y="88239"/>
                    </a:lnTo>
                    <a:lnTo>
                      <a:pt x="228638" y="49098"/>
                    </a:lnTo>
                    <a:lnTo>
                      <a:pt x="218325" y="43713"/>
                    </a:lnTo>
                    <a:lnTo>
                      <a:pt x="200812" y="41071"/>
                    </a:lnTo>
                    <a:lnTo>
                      <a:pt x="178396" y="45427"/>
                    </a:lnTo>
                    <a:lnTo>
                      <a:pt x="161734" y="57429"/>
                    </a:lnTo>
                    <a:lnTo>
                      <a:pt x="156476" y="66611"/>
                    </a:lnTo>
                    <a:lnTo>
                      <a:pt x="151333" y="75653"/>
                    </a:lnTo>
                    <a:lnTo>
                      <a:pt x="147777" y="98234"/>
                    </a:lnTo>
                    <a:lnTo>
                      <a:pt x="151396" y="122618"/>
                    </a:lnTo>
                    <a:lnTo>
                      <a:pt x="161874" y="141490"/>
                    </a:lnTo>
                    <a:lnTo>
                      <a:pt x="178676" y="153682"/>
                    </a:lnTo>
                    <a:lnTo>
                      <a:pt x="201244" y="158000"/>
                    </a:lnTo>
                    <a:lnTo>
                      <a:pt x="220802" y="155079"/>
                    </a:lnTo>
                    <a:lnTo>
                      <a:pt x="235966" y="147167"/>
                    </a:lnTo>
                    <a:lnTo>
                      <a:pt x="242671" y="139738"/>
                    </a:lnTo>
                    <a:lnTo>
                      <a:pt x="246481" y="135547"/>
                    </a:lnTo>
                    <a:lnTo>
                      <a:pt x="252095" y="121488"/>
                    </a:lnTo>
                    <a:lnTo>
                      <a:pt x="226669" y="121488"/>
                    </a:lnTo>
                    <a:lnTo>
                      <a:pt x="223774" y="128841"/>
                    </a:lnTo>
                    <a:lnTo>
                      <a:pt x="218440" y="134607"/>
                    </a:lnTo>
                    <a:lnTo>
                      <a:pt x="210870" y="138391"/>
                    </a:lnTo>
                    <a:lnTo>
                      <a:pt x="201244" y="139738"/>
                    </a:lnTo>
                    <a:lnTo>
                      <a:pt x="190334" y="137756"/>
                    </a:lnTo>
                    <a:lnTo>
                      <a:pt x="181330" y="131508"/>
                    </a:lnTo>
                    <a:lnTo>
                      <a:pt x="175056" y="120586"/>
                    </a:lnTo>
                    <a:lnTo>
                      <a:pt x="172339" y="104546"/>
                    </a:lnTo>
                    <a:lnTo>
                      <a:pt x="253403" y="104546"/>
                    </a:lnTo>
                    <a:close/>
                  </a:path>
                </a:pathLst>
              </a:custGeom>
              <a:solidFill>
                <a:srgbClr val="00426B"/>
              </a:solidFill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pic>
            <p:nvPicPr>
              <p:cNvPr id="248" name="Google Shape;248;p19"/>
              <p:cNvPicPr preferRelativeResize="0"/>
              <p:nvPr/>
            </p:nvPicPr>
            <p:blipFill rotWithShape="1">
              <a:blip r:embed="rId7">
                <a:alphaModFix/>
              </a:blip>
              <a:srcRect/>
              <a:stretch/>
            </p:blipFill>
            <p:spPr>
              <a:xfrm>
                <a:off x="10662685" y="401094"/>
                <a:ext cx="162777" cy="116928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49" name="Google Shape;249;p19"/>
              <p:cNvPicPr preferRelativeResize="0"/>
              <p:nvPr/>
            </p:nvPicPr>
            <p:blipFill rotWithShape="1">
              <a:blip r:embed="rId8">
                <a:alphaModFix/>
              </a:blip>
              <a:srcRect/>
              <a:stretch/>
            </p:blipFill>
            <p:spPr>
              <a:xfrm>
                <a:off x="10846539" y="360020"/>
                <a:ext cx="223308" cy="196037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sp>
        <p:nvSpPr>
          <p:cNvPr id="250" name="Google Shape;250;p19"/>
          <p:cNvSpPr>
            <a:spLocks noGrp="1"/>
          </p:cNvSpPr>
          <p:nvPr>
            <p:ph type="pic" idx="8"/>
          </p:nvPr>
        </p:nvSpPr>
        <p:spPr>
          <a:xfrm>
            <a:off x="5392425" y="4251025"/>
            <a:ext cx="934800" cy="747900"/>
          </a:xfrm>
          <a:prstGeom prst="rect">
            <a:avLst/>
          </a:prstGeom>
          <a:noFill/>
          <a:ln>
            <a:noFill/>
          </a:ln>
        </p:spPr>
      </p:sp>
      <p:sp>
        <p:nvSpPr>
          <p:cNvPr id="251" name="Google Shape;251;p19"/>
          <p:cNvSpPr>
            <a:spLocks noGrp="1"/>
          </p:cNvSpPr>
          <p:nvPr>
            <p:ph type="pic" idx="9"/>
          </p:nvPr>
        </p:nvSpPr>
        <p:spPr>
          <a:xfrm>
            <a:off x="11160888" y="4251025"/>
            <a:ext cx="934800" cy="747900"/>
          </a:xfrm>
          <a:prstGeom prst="rect">
            <a:avLst/>
          </a:prstGeom>
          <a:noFill/>
          <a:ln>
            <a:noFill/>
          </a:ln>
        </p:spPr>
      </p:sp>
      <p:sp>
        <p:nvSpPr>
          <p:cNvPr id="252" name="Google Shape;252;p19"/>
          <p:cNvSpPr>
            <a:spLocks noGrp="1"/>
          </p:cNvSpPr>
          <p:nvPr>
            <p:ph type="pic" idx="13"/>
          </p:nvPr>
        </p:nvSpPr>
        <p:spPr>
          <a:xfrm>
            <a:off x="16929363" y="4251025"/>
            <a:ext cx="934800" cy="747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slide">
  <p:cSld name="CUSTOM_12"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20"/>
          <p:cNvSpPr txBox="1">
            <a:spLocks noGrp="1"/>
          </p:cNvSpPr>
          <p:nvPr>
            <p:ph type="title"/>
          </p:nvPr>
        </p:nvSpPr>
        <p:spPr>
          <a:xfrm>
            <a:off x="1068837" y="516786"/>
            <a:ext cx="17966400" cy="153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255" name="Google Shape;255;p20" title="Artboard 16@300x-100.jp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-3"/>
            <a:ext cx="20105492" cy="11309351"/>
          </a:xfrm>
          <a:prstGeom prst="rect">
            <a:avLst/>
          </a:prstGeom>
          <a:noFill/>
          <a:ln>
            <a:noFill/>
          </a:ln>
        </p:spPr>
      </p:pic>
      <p:sp>
        <p:nvSpPr>
          <p:cNvPr id="256" name="Google Shape;256;p20" descr="$PPTXTitle"/>
          <p:cNvSpPr txBox="1"/>
          <p:nvPr/>
        </p:nvSpPr>
        <p:spPr>
          <a:xfrm>
            <a:off x="1068833" y="516786"/>
            <a:ext cx="17966400" cy="134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19550" rIns="0" bIns="0" anchor="t" anchorCtr="0">
            <a:spAutoFit/>
          </a:bodyPr>
          <a:lstStyle/>
          <a:p>
            <a:pPr marL="3810635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rPr>
              <a:t>Heading:</a:t>
            </a:r>
            <a:r>
              <a:rPr lang="en-US" sz="6000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rPr>
              <a:t> Services / Courses</a:t>
            </a:r>
            <a:endParaRPr sz="6000">
              <a:solidFill>
                <a:srgbClr val="00426B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57" name="Google Shape;257;p20"/>
          <p:cNvSpPr txBox="1"/>
          <p:nvPr/>
        </p:nvSpPr>
        <p:spPr>
          <a:xfrm>
            <a:off x="1719280" y="2054328"/>
            <a:ext cx="16668900" cy="6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1425" rIns="0" bIns="0" anchor="t" anchorCtr="0">
            <a:spAutoFit/>
          </a:bodyPr>
          <a:lstStyle/>
          <a:p>
            <a:pPr marL="3996690" marR="5080" lvl="0" indent="-398462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50" b="1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rPr>
              <a:t>Supporting text: This section introduces three key ideas or features that are essential to understanding the topic. Each column represents a distinct point that contributes to the overall concept.</a:t>
            </a:r>
            <a:endParaRPr sz="2150" b="1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58" name="Google Shape;258;p20"/>
          <p:cNvSpPr txBox="1"/>
          <p:nvPr/>
        </p:nvSpPr>
        <p:spPr>
          <a:xfrm>
            <a:off x="1907439" y="3738367"/>
            <a:ext cx="4471800" cy="176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943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rPr>
              <a:t>01</a:t>
            </a:r>
            <a:endParaRPr sz="2850" b="1">
              <a:latin typeface="Inter"/>
              <a:ea typeface="Inter"/>
              <a:cs typeface="Inter"/>
              <a:sym typeface="Inter"/>
            </a:endParaRPr>
          </a:p>
          <a:p>
            <a:pPr marL="12700" marR="5080" lvl="0" indent="0" algn="l" rtl="0">
              <a:lnSpc>
                <a:spcPct val="100000"/>
              </a:lnSpc>
              <a:spcBef>
                <a:spcPts val="1040"/>
              </a:spcBef>
              <a:spcAft>
                <a:spcPts val="0"/>
              </a:spcAft>
              <a:buNone/>
            </a:pPr>
            <a:r>
              <a:rPr lang="en-US" sz="2150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rPr>
              <a:t>Description: A short explanation that summarizes the key idea and provides context in a concise way.</a:t>
            </a:r>
            <a:endParaRPr sz="215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59" name="Google Shape;259;p20"/>
          <p:cNvSpPr txBox="1"/>
          <p:nvPr/>
        </p:nvSpPr>
        <p:spPr>
          <a:xfrm>
            <a:off x="1907439" y="6023553"/>
            <a:ext cx="4471800" cy="176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943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rPr>
              <a:t>04</a:t>
            </a:r>
            <a:endParaRPr sz="2850" b="1">
              <a:latin typeface="Inter"/>
              <a:ea typeface="Inter"/>
              <a:cs typeface="Inter"/>
              <a:sym typeface="Inter"/>
            </a:endParaRPr>
          </a:p>
          <a:p>
            <a:pPr marL="12700" marR="5080" lvl="0" indent="0" algn="l" rtl="0">
              <a:lnSpc>
                <a:spcPct val="100000"/>
              </a:lnSpc>
              <a:spcBef>
                <a:spcPts val="1040"/>
              </a:spcBef>
              <a:spcAft>
                <a:spcPts val="0"/>
              </a:spcAft>
              <a:buNone/>
            </a:pPr>
            <a:r>
              <a:rPr lang="en-US" sz="2150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rPr>
              <a:t>Description: A short explanation that summarizes the key idea and provides context in a concise way.</a:t>
            </a:r>
            <a:endParaRPr sz="215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60" name="Google Shape;260;p20"/>
          <p:cNvSpPr txBox="1"/>
          <p:nvPr/>
        </p:nvSpPr>
        <p:spPr>
          <a:xfrm>
            <a:off x="1907439" y="8308739"/>
            <a:ext cx="4471800" cy="176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949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rPr>
              <a:t>07</a:t>
            </a:r>
            <a:endParaRPr sz="2850" b="1">
              <a:latin typeface="Inter"/>
              <a:ea typeface="Inter"/>
              <a:cs typeface="Inter"/>
              <a:sym typeface="Inter"/>
            </a:endParaRPr>
          </a:p>
          <a:p>
            <a:pPr marL="12700" marR="5080" lvl="0" indent="0" algn="l" rtl="0">
              <a:lnSpc>
                <a:spcPct val="100000"/>
              </a:lnSpc>
              <a:spcBef>
                <a:spcPts val="1035"/>
              </a:spcBef>
              <a:spcAft>
                <a:spcPts val="0"/>
              </a:spcAft>
              <a:buNone/>
            </a:pPr>
            <a:r>
              <a:rPr lang="en-US" sz="2150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rPr>
              <a:t>Description: A short explanation that summarizes the key idea and provides context in a concise way.</a:t>
            </a:r>
            <a:endParaRPr sz="215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61" name="Google Shape;261;p20"/>
          <p:cNvSpPr txBox="1"/>
          <p:nvPr/>
        </p:nvSpPr>
        <p:spPr>
          <a:xfrm>
            <a:off x="7901387" y="3680815"/>
            <a:ext cx="4471800" cy="176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943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rPr>
              <a:t>02</a:t>
            </a:r>
            <a:endParaRPr sz="2850" b="1">
              <a:latin typeface="Inter"/>
              <a:ea typeface="Inter"/>
              <a:cs typeface="Inter"/>
              <a:sym typeface="Inter"/>
            </a:endParaRPr>
          </a:p>
          <a:p>
            <a:pPr marL="12700" marR="5080" lvl="0" indent="0" algn="l" rtl="0">
              <a:lnSpc>
                <a:spcPct val="100000"/>
              </a:lnSpc>
              <a:spcBef>
                <a:spcPts val="1040"/>
              </a:spcBef>
              <a:spcAft>
                <a:spcPts val="0"/>
              </a:spcAft>
              <a:buNone/>
            </a:pPr>
            <a:r>
              <a:rPr lang="en-US" sz="2150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rPr>
              <a:t>Description: A short explanation that summarizes the key idea and provides context in a concise way.</a:t>
            </a:r>
            <a:endParaRPr sz="215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62" name="Google Shape;262;p20"/>
          <p:cNvSpPr txBox="1"/>
          <p:nvPr/>
        </p:nvSpPr>
        <p:spPr>
          <a:xfrm>
            <a:off x="7901387" y="5966002"/>
            <a:ext cx="4471800" cy="176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943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rPr>
              <a:t>05</a:t>
            </a:r>
            <a:endParaRPr sz="2850" b="1">
              <a:latin typeface="Inter"/>
              <a:ea typeface="Inter"/>
              <a:cs typeface="Inter"/>
              <a:sym typeface="Inter"/>
            </a:endParaRPr>
          </a:p>
          <a:p>
            <a:pPr marL="12700" marR="5080" lvl="0" indent="0" algn="l" rtl="0">
              <a:lnSpc>
                <a:spcPct val="100000"/>
              </a:lnSpc>
              <a:spcBef>
                <a:spcPts val="1040"/>
              </a:spcBef>
              <a:spcAft>
                <a:spcPts val="0"/>
              </a:spcAft>
              <a:buNone/>
            </a:pPr>
            <a:r>
              <a:rPr lang="en-US" sz="2150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rPr>
              <a:t>Description: A short explanation that summarizes the key idea and provides context in a concise way.</a:t>
            </a:r>
            <a:endParaRPr sz="215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63" name="Google Shape;263;p20"/>
          <p:cNvSpPr txBox="1"/>
          <p:nvPr/>
        </p:nvSpPr>
        <p:spPr>
          <a:xfrm>
            <a:off x="7901387" y="8251184"/>
            <a:ext cx="4471800" cy="176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949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rPr>
              <a:t>08</a:t>
            </a:r>
            <a:endParaRPr sz="2850" b="1">
              <a:latin typeface="Inter"/>
              <a:ea typeface="Inter"/>
              <a:cs typeface="Inter"/>
              <a:sym typeface="Inter"/>
            </a:endParaRPr>
          </a:p>
          <a:p>
            <a:pPr marL="12700" marR="5080" lvl="0" indent="0" algn="l" rtl="0">
              <a:lnSpc>
                <a:spcPct val="100000"/>
              </a:lnSpc>
              <a:spcBef>
                <a:spcPts val="1035"/>
              </a:spcBef>
              <a:spcAft>
                <a:spcPts val="0"/>
              </a:spcAft>
              <a:buNone/>
            </a:pPr>
            <a:r>
              <a:rPr lang="en-US" sz="2150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rPr>
              <a:t>Description: A short explanation that summarizes the key idea and provides context in a concise way.</a:t>
            </a:r>
            <a:endParaRPr sz="215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64" name="Google Shape;264;p20"/>
          <p:cNvSpPr txBox="1"/>
          <p:nvPr/>
        </p:nvSpPr>
        <p:spPr>
          <a:xfrm>
            <a:off x="13923624" y="3735895"/>
            <a:ext cx="4471800" cy="176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943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rPr>
              <a:t>03</a:t>
            </a:r>
            <a:endParaRPr sz="2850" b="1">
              <a:latin typeface="Inter"/>
              <a:ea typeface="Inter"/>
              <a:cs typeface="Inter"/>
              <a:sym typeface="Inter"/>
            </a:endParaRPr>
          </a:p>
          <a:p>
            <a:pPr marL="12700" marR="5080" lvl="0" indent="0" algn="l" rtl="0">
              <a:lnSpc>
                <a:spcPct val="100000"/>
              </a:lnSpc>
              <a:spcBef>
                <a:spcPts val="1040"/>
              </a:spcBef>
              <a:spcAft>
                <a:spcPts val="0"/>
              </a:spcAft>
              <a:buNone/>
            </a:pPr>
            <a:r>
              <a:rPr lang="en-US" sz="2150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rPr>
              <a:t>Description: A short explanation that summarizes the key idea and provides context in a concise way.</a:t>
            </a:r>
            <a:endParaRPr sz="215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65" name="Google Shape;265;p20"/>
          <p:cNvSpPr txBox="1"/>
          <p:nvPr/>
        </p:nvSpPr>
        <p:spPr>
          <a:xfrm>
            <a:off x="13923624" y="6021073"/>
            <a:ext cx="4471800" cy="176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943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rPr>
              <a:t>06</a:t>
            </a:r>
            <a:endParaRPr sz="2850" b="1">
              <a:latin typeface="Inter"/>
              <a:ea typeface="Inter"/>
              <a:cs typeface="Inter"/>
              <a:sym typeface="Inter"/>
            </a:endParaRPr>
          </a:p>
          <a:p>
            <a:pPr marL="12700" marR="5080" lvl="0" indent="0" algn="l" rtl="0">
              <a:lnSpc>
                <a:spcPct val="100000"/>
              </a:lnSpc>
              <a:spcBef>
                <a:spcPts val="1040"/>
              </a:spcBef>
              <a:spcAft>
                <a:spcPts val="0"/>
              </a:spcAft>
              <a:buNone/>
            </a:pPr>
            <a:r>
              <a:rPr lang="en-US" sz="2150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rPr>
              <a:t>Description: A short explanation that summarizes the key idea and provides context in a concise way.</a:t>
            </a:r>
            <a:endParaRPr sz="215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66" name="Google Shape;266;p20"/>
          <p:cNvSpPr txBox="1"/>
          <p:nvPr/>
        </p:nvSpPr>
        <p:spPr>
          <a:xfrm>
            <a:off x="13923624" y="8306261"/>
            <a:ext cx="4471800" cy="176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949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rPr>
              <a:t>09</a:t>
            </a:r>
            <a:endParaRPr sz="2850" b="1">
              <a:latin typeface="Inter"/>
              <a:ea typeface="Inter"/>
              <a:cs typeface="Inter"/>
              <a:sym typeface="Inter"/>
            </a:endParaRPr>
          </a:p>
          <a:p>
            <a:pPr marL="12700" marR="5080" lvl="0" indent="0" algn="l" rtl="0">
              <a:lnSpc>
                <a:spcPct val="100000"/>
              </a:lnSpc>
              <a:spcBef>
                <a:spcPts val="1035"/>
              </a:spcBef>
              <a:spcAft>
                <a:spcPts val="0"/>
              </a:spcAft>
              <a:buNone/>
            </a:pPr>
            <a:r>
              <a:rPr lang="en-US" sz="2150">
                <a:solidFill>
                  <a:srgbClr val="00426B"/>
                </a:solidFill>
                <a:latin typeface="Inter"/>
                <a:ea typeface="Inter"/>
                <a:cs typeface="Inter"/>
                <a:sym typeface="Inter"/>
              </a:rPr>
              <a:t>Description: A short explanation that summarizes the key idea and provides context in a concise way.</a:t>
            </a:r>
            <a:endParaRPr sz="2150"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 and text">
  <p:cSld name="CUSTOM_13"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8" name="Google Shape;268;p21" title="Artboard 17@300x-100.jp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20105513" cy="11309351"/>
          </a:xfrm>
          <a:prstGeom prst="rect">
            <a:avLst/>
          </a:prstGeom>
          <a:noFill/>
          <a:ln>
            <a:noFill/>
          </a:ln>
        </p:spPr>
      </p:pic>
      <p:sp>
        <p:nvSpPr>
          <p:cNvPr id="269" name="Google Shape;269;p21"/>
          <p:cNvSpPr txBox="1"/>
          <p:nvPr/>
        </p:nvSpPr>
        <p:spPr>
          <a:xfrm>
            <a:off x="1125077" y="789314"/>
            <a:ext cx="3799800" cy="87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7125" rIns="0" bIns="0" anchor="t" anchorCtr="0">
            <a:spAutoFit/>
          </a:bodyPr>
          <a:lstStyle/>
          <a:p>
            <a:pPr marL="12700" lvl="0" indent="0" algn="l" rtl="0">
              <a:lnSpc>
                <a:spcPct val="11964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IMAGE 1</a:t>
            </a:r>
            <a:endParaRPr sz="2850" b="1">
              <a:latin typeface="Inter"/>
              <a:ea typeface="Inter"/>
              <a:cs typeface="Inter"/>
              <a:sym typeface="Inter"/>
            </a:endParaRPr>
          </a:p>
          <a:p>
            <a:pPr marL="12700" lvl="0" indent="0" algn="l" rtl="0">
              <a:lnSpc>
                <a:spcPct val="11953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5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Caption describing the image</a:t>
            </a:r>
            <a:endParaRPr sz="215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70" name="Google Shape;270;p21"/>
          <p:cNvSpPr txBox="1"/>
          <p:nvPr/>
        </p:nvSpPr>
        <p:spPr>
          <a:xfrm>
            <a:off x="1095393" y="6848317"/>
            <a:ext cx="3799800" cy="87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7125" rIns="0" bIns="0" anchor="t" anchorCtr="0">
            <a:spAutoFit/>
          </a:bodyPr>
          <a:lstStyle/>
          <a:p>
            <a:pPr marL="12700" lvl="0" indent="0" algn="l" rtl="0">
              <a:lnSpc>
                <a:spcPct val="11964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>
                <a:solidFill>
                  <a:srgbClr val="101F30"/>
                </a:solidFill>
                <a:latin typeface="Inter"/>
                <a:ea typeface="Inter"/>
                <a:cs typeface="Inter"/>
                <a:sym typeface="Inter"/>
              </a:rPr>
              <a:t>IMAGE 2</a:t>
            </a:r>
            <a:endParaRPr sz="2850" b="1">
              <a:latin typeface="Inter"/>
              <a:ea typeface="Inter"/>
              <a:cs typeface="Inter"/>
              <a:sym typeface="Inter"/>
            </a:endParaRPr>
          </a:p>
          <a:p>
            <a:pPr marL="12700" lvl="0" indent="0" algn="l" rtl="0">
              <a:lnSpc>
                <a:spcPct val="11953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50">
                <a:solidFill>
                  <a:srgbClr val="101F30"/>
                </a:solidFill>
                <a:latin typeface="Inter"/>
                <a:ea typeface="Inter"/>
                <a:cs typeface="Inter"/>
                <a:sym typeface="Inter"/>
              </a:rPr>
              <a:t>Caption describing the image</a:t>
            </a:r>
            <a:endParaRPr sz="215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71" name="Google Shape;271;p21"/>
          <p:cNvSpPr txBox="1"/>
          <p:nvPr/>
        </p:nvSpPr>
        <p:spPr>
          <a:xfrm>
            <a:off x="6654324" y="4528850"/>
            <a:ext cx="2979600" cy="12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7125" rIns="0" bIns="0" anchor="t" anchorCtr="0">
            <a:spAutoFit/>
          </a:bodyPr>
          <a:lstStyle/>
          <a:p>
            <a:pPr marL="12700" lvl="0" indent="0" algn="l" rtl="0">
              <a:lnSpc>
                <a:spcPct val="11964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IMAGE 3</a:t>
            </a:r>
            <a:endParaRPr sz="2850" b="1">
              <a:latin typeface="Inter"/>
              <a:ea typeface="Inter"/>
              <a:cs typeface="Inter"/>
              <a:sym typeface="Inter"/>
            </a:endParaRPr>
          </a:p>
          <a:p>
            <a:pPr marL="12700" marR="5080" lvl="0" indent="0" algn="l" rtl="0">
              <a:lnSpc>
                <a:spcPct val="119534"/>
              </a:lnSpc>
              <a:spcBef>
                <a:spcPts val="85"/>
              </a:spcBef>
              <a:spcAft>
                <a:spcPts val="0"/>
              </a:spcAft>
              <a:buNone/>
            </a:pPr>
            <a:r>
              <a:rPr lang="en-US" sz="215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Caption describing </a:t>
            </a:r>
            <a:endParaRPr sz="215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  <a:p>
            <a:pPr marL="12700" marR="5080" lvl="0" indent="0" algn="l" rtl="0">
              <a:lnSpc>
                <a:spcPct val="119534"/>
              </a:lnSpc>
              <a:spcBef>
                <a:spcPts val="85"/>
              </a:spcBef>
              <a:spcAft>
                <a:spcPts val="0"/>
              </a:spcAft>
              <a:buNone/>
            </a:pPr>
            <a:r>
              <a:rPr lang="en-US" sz="215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the image</a:t>
            </a:r>
            <a:endParaRPr sz="215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72" name="Google Shape;272;p21" descr="$PPTXTitle"/>
          <p:cNvSpPr txBox="1"/>
          <p:nvPr/>
        </p:nvSpPr>
        <p:spPr>
          <a:xfrm>
            <a:off x="11008372" y="670575"/>
            <a:ext cx="2979600" cy="12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7125" rIns="0" bIns="0" anchor="t" anchorCtr="0">
            <a:spAutoFit/>
          </a:bodyPr>
          <a:lstStyle/>
          <a:p>
            <a:pPr marL="12700" lvl="0" indent="0" algn="l" rtl="0">
              <a:lnSpc>
                <a:spcPct val="11964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IMAGE 4</a:t>
            </a:r>
            <a:endParaRPr sz="2850" b="1">
              <a:solidFill>
                <a:srgbClr val="00426B"/>
              </a:solidFill>
              <a:latin typeface="Inter"/>
              <a:ea typeface="Inter"/>
              <a:cs typeface="Inter"/>
              <a:sym typeface="Inter"/>
            </a:endParaRPr>
          </a:p>
          <a:p>
            <a:pPr marL="12700" marR="5080" lvl="0" indent="0" algn="l" rtl="0">
              <a:lnSpc>
                <a:spcPct val="119534"/>
              </a:lnSpc>
              <a:spcBef>
                <a:spcPts val="85"/>
              </a:spcBef>
              <a:spcAft>
                <a:spcPts val="0"/>
              </a:spcAft>
              <a:buNone/>
            </a:pPr>
            <a:r>
              <a:rPr lang="en-US" sz="215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Caption describing </a:t>
            </a:r>
            <a:endParaRPr sz="215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  <a:p>
            <a:pPr marL="12700" marR="5080" lvl="0" indent="0" algn="l" rtl="0">
              <a:lnSpc>
                <a:spcPct val="119534"/>
              </a:lnSpc>
              <a:spcBef>
                <a:spcPts val="85"/>
              </a:spcBef>
              <a:spcAft>
                <a:spcPts val="0"/>
              </a:spcAft>
              <a:buNone/>
            </a:pPr>
            <a:r>
              <a:rPr lang="en-US" sz="215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the image</a:t>
            </a:r>
            <a:endParaRPr sz="2150">
              <a:solidFill>
                <a:srgbClr val="00426B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73" name="Google Shape;273;p21"/>
          <p:cNvSpPr txBox="1"/>
          <p:nvPr/>
        </p:nvSpPr>
        <p:spPr>
          <a:xfrm>
            <a:off x="16107301" y="6664375"/>
            <a:ext cx="2833800" cy="127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7125" rIns="0" bIns="0" anchor="t" anchorCtr="0">
            <a:spAutoFit/>
          </a:bodyPr>
          <a:lstStyle/>
          <a:p>
            <a:pPr marL="12700" lvl="0" indent="0" algn="l" rtl="0">
              <a:lnSpc>
                <a:spcPct val="11964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IMAGE 5</a:t>
            </a:r>
            <a:endParaRPr sz="2850" b="1">
              <a:latin typeface="Inter"/>
              <a:ea typeface="Inter"/>
              <a:cs typeface="Inter"/>
              <a:sym typeface="Inter"/>
            </a:endParaRPr>
          </a:p>
          <a:p>
            <a:pPr marL="12700" marR="5080" lvl="0" indent="0" algn="l" rtl="0">
              <a:lnSpc>
                <a:spcPct val="119534"/>
              </a:lnSpc>
              <a:spcBef>
                <a:spcPts val="85"/>
              </a:spcBef>
              <a:spcAft>
                <a:spcPts val="0"/>
              </a:spcAft>
              <a:buNone/>
            </a:pPr>
            <a:r>
              <a:rPr lang="en-US" sz="215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Caption describing the image</a:t>
            </a:r>
            <a:endParaRPr sz="215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74" name="Google Shape;274;p21"/>
          <p:cNvSpPr>
            <a:spLocks noGrp="1"/>
          </p:cNvSpPr>
          <p:nvPr>
            <p:ph type="pic" idx="2"/>
          </p:nvPr>
        </p:nvSpPr>
        <p:spPr>
          <a:xfrm>
            <a:off x="0" y="2483225"/>
            <a:ext cx="5622000" cy="3714900"/>
          </a:xfrm>
          <a:prstGeom prst="rect">
            <a:avLst/>
          </a:prstGeom>
          <a:noFill/>
          <a:ln>
            <a:noFill/>
          </a:ln>
        </p:spPr>
      </p:sp>
      <p:sp>
        <p:nvSpPr>
          <p:cNvPr id="275" name="Google Shape;275;p21"/>
          <p:cNvSpPr>
            <a:spLocks noGrp="1"/>
          </p:cNvSpPr>
          <p:nvPr>
            <p:ph type="pic" idx="3"/>
          </p:nvPr>
        </p:nvSpPr>
        <p:spPr>
          <a:xfrm>
            <a:off x="0" y="8284000"/>
            <a:ext cx="5622000" cy="3025500"/>
          </a:xfrm>
          <a:prstGeom prst="rect">
            <a:avLst/>
          </a:prstGeom>
          <a:noFill/>
          <a:ln>
            <a:noFill/>
          </a:ln>
        </p:spPr>
      </p:sp>
      <p:sp>
        <p:nvSpPr>
          <p:cNvPr id="276" name="Google Shape;276;p21"/>
          <p:cNvSpPr>
            <a:spLocks noGrp="1"/>
          </p:cNvSpPr>
          <p:nvPr>
            <p:ph type="pic" idx="4"/>
          </p:nvPr>
        </p:nvSpPr>
        <p:spPr>
          <a:xfrm>
            <a:off x="5622000" y="6198125"/>
            <a:ext cx="4430100" cy="5111400"/>
          </a:xfrm>
          <a:prstGeom prst="rect">
            <a:avLst/>
          </a:prstGeom>
          <a:noFill/>
          <a:ln>
            <a:noFill/>
          </a:ln>
        </p:spPr>
      </p:sp>
      <p:sp>
        <p:nvSpPr>
          <p:cNvPr id="277" name="Google Shape;277;p21"/>
          <p:cNvSpPr>
            <a:spLocks noGrp="1"/>
          </p:cNvSpPr>
          <p:nvPr>
            <p:ph type="pic" idx="5"/>
          </p:nvPr>
        </p:nvSpPr>
        <p:spPr>
          <a:xfrm>
            <a:off x="10052100" y="2483225"/>
            <a:ext cx="5125200" cy="8826300"/>
          </a:xfrm>
          <a:prstGeom prst="rect">
            <a:avLst/>
          </a:prstGeom>
          <a:noFill/>
          <a:ln>
            <a:noFill/>
          </a:ln>
        </p:spPr>
      </p:sp>
      <p:sp>
        <p:nvSpPr>
          <p:cNvPr id="278" name="Google Shape;278;p21"/>
          <p:cNvSpPr>
            <a:spLocks noGrp="1"/>
          </p:cNvSpPr>
          <p:nvPr>
            <p:ph type="pic" idx="6"/>
          </p:nvPr>
        </p:nvSpPr>
        <p:spPr>
          <a:xfrm>
            <a:off x="15078075" y="0"/>
            <a:ext cx="5026200" cy="61980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or quote">
  <p:cSld name="CUSTOM_13_1"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0" name="Google Shape;280;p22" title="Artboard 18@300x-100.jp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20105513" cy="11309351"/>
          </a:xfrm>
          <a:prstGeom prst="rect">
            <a:avLst/>
          </a:prstGeom>
          <a:noFill/>
          <a:ln>
            <a:noFill/>
          </a:ln>
        </p:spPr>
      </p:pic>
      <p:sp>
        <p:nvSpPr>
          <p:cNvPr id="281" name="Google Shape;281;p22" descr="$PPTXTitle"/>
          <p:cNvSpPr txBox="1"/>
          <p:nvPr/>
        </p:nvSpPr>
        <p:spPr>
          <a:xfrm>
            <a:off x="816697" y="2400600"/>
            <a:ext cx="7810200" cy="60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225" rIns="0" bIns="0" anchor="t" anchorCtr="0">
            <a:spAutoFit/>
          </a:bodyPr>
          <a:lstStyle/>
          <a:p>
            <a:pPr marL="12700" lvl="0" indent="0" algn="l" rtl="0">
              <a:lnSpc>
                <a:spcPct val="1101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250">
                <a:solidFill>
                  <a:srgbClr val="FFFFFF"/>
                </a:solidFill>
                <a:latin typeface="Inter Light"/>
                <a:ea typeface="Inter Light"/>
                <a:cs typeface="Inter Light"/>
                <a:sym typeface="Inter Light"/>
              </a:rPr>
              <a:t>A short</a:t>
            </a:r>
            <a:endParaRPr sz="6250">
              <a:latin typeface="Inter Light"/>
              <a:ea typeface="Inter Light"/>
              <a:cs typeface="Inter Light"/>
              <a:sym typeface="Inter Light"/>
            </a:endParaRPr>
          </a:p>
          <a:p>
            <a:pPr marL="12700" marR="5080" lvl="0" indent="0" algn="l" rtl="0">
              <a:lnSpc>
                <a:spcPct val="100258"/>
              </a:lnSpc>
              <a:spcBef>
                <a:spcPts val="770"/>
              </a:spcBef>
              <a:spcAft>
                <a:spcPts val="0"/>
              </a:spcAft>
              <a:buNone/>
            </a:pPr>
            <a:r>
              <a:rPr lang="en-US" sz="6250">
                <a:solidFill>
                  <a:srgbClr val="FFFFFF"/>
                </a:solidFill>
                <a:latin typeface="Inter Light"/>
                <a:ea typeface="Inter Light"/>
                <a:cs typeface="Inter Light"/>
                <a:sym typeface="Inter Light"/>
              </a:rPr>
              <a:t>and memorable statement that communicates </a:t>
            </a:r>
            <a:br>
              <a:rPr lang="en-US" sz="6250">
                <a:solidFill>
                  <a:srgbClr val="FFFFFF"/>
                </a:solidFill>
                <a:latin typeface="Inter Light"/>
                <a:ea typeface="Inter Light"/>
                <a:cs typeface="Inter Light"/>
                <a:sym typeface="Inter Light"/>
              </a:rPr>
            </a:br>
            <a:r>
              <a:rPr lang="en-US" sz="6250">
                <a:solidFill>
                  <a:srgbClr val="FFFFFF"/>
                </a:solidFill>
                <a:latin typeface="Inter Light"/>
                <a:ea typeface="Inter Light"/>
                <a:cs typeface="Inter Light"/>
                <a:sym typeface="Inter Light"/>
              </a:rPr>
              <a:t>the essence </a:t>
            </a:r>
            <a:endParaRPr sz="6250">
              <a:solidFill>
                <a:srgbClr val="FFFFFF"/>
              </a:solidFill>
              <a:latin typeface="Inter Light"/>
              <a:ea typeface="Inter Light"/>
              <a:cs typeface="Inter Light"/>
              <a:sym typeface="Inter Light"/>
            </a:endParaRPr>
          </a:p>
          <a:p>
            <a:pPr marL="12700" marR="5080" lvl="0" indent="0" algn="l" rtl="0">
              <a:lnSpc>
                <a:spcPct val="100258"/>
              </a:lnSpc>
              <a:spcBef>
                <a:spcPts val="770"/>
              </a:spcBef>
              <a:spcAft>
                <a:spcPts val="0"/>
              </a:spcAft>
              <a:buNone/>
            </a:pPr>
            <a:r>
              <a:rPr lang="en-US" sz="6250">
                <a:solidFill>
                  <a:srgbClr val="FFFFFF"/>
                </a:solidFill>
                <a:latin typeface="Inter Light"/>
                <a:ea typeface="Inter Light"/>
                <a:cs typeface="Inter Light"/>
                <a:sym typeface="Inter Light"/>
              </a:rPr>
              <a:t>of the brand</a:t>
            </a:r>
            <a:endParaRPr sz="6250">
              <a:solidFill>
                <a:srgbClr val="FFFFFF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act slide">
  <p:cSld name="CUSTOM_13_1_1"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p23" title="Artboard 19@300x-100.jp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  <a:noFill/>
          <a:ln>
            <a:noFill/>
          </a:ln>
        </p:spPr>
      </p:pic>
      <p:sp>
        <p:nvSpPr>
          <p:cNvPr id="284" name="Google Shape;284;p23" descr="$PPTXTitle"/>
          <p:cNvSpPr txBox="1"/>
          <p:nvPr/>
        </p:nvSpPr>
        <p:spPr>
          <a:xfrm>
            <a:off x="5295036" y="2255524"/>
            <a:ext cx="9513600" cy="94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6500" rIns="0" bIns="0" anchor="t" anchorCtr="0">
            <a:spAutoFit/>
          </a:bodyPr>
          <a:lstStyle/>
          <a:p>
            <a:pPr marL="127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Contact Slide:</a:t>
            </a:r>
            <a:r>
              <a:rPr lang="en-US" sz="60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Contact Us</a:t>
            </a:r>
            <a:endParaRPr sz="6000">
              <a:solidFill>
                <a:srgbClr val="00426B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85" name="Google Shape;285;p23"/>
          <p:cNvSpPr txBox="1"/>
          <p:nvPr/>
        </p:nvSpPr>
        <p:spPr>
          <a:xfrm>
            <a:off x="1719280" y="3538433"/>
            <a:ext cx="16668900" cy="6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1425" rIns="0" bIns="0" anchor="t" anchorCtr="0">
            <a:spAutoFit/>
          </a:bodyPr>
          <a:lstStyle/>
          <a:p>
            <a:pPr marL="3996690" marR="5080" lvl="0" indent="-398462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50" b="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Supporting text: This section introduces three key ideas or features that are essential to understanding the topic. Each column represents a distinct point that contributes to the overall concept.</a:t>
            </a:r>
            <a:endParaRPr sz="2150" b="1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86" name="Google Shape;286;p23"/>
          <p:cNvSpPr txBox="1"/>
          <p:nvPr/>
        </p:nvSpPr>
        <p:spPr>
          <a:xfrm>
            <a:off x="1842250" y="8454425"/>
            <a:ext cx="2974800" cy="95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14300" rIns="0" bIns="0" anchor="t" anchorCtr="0">
            <a:sp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>
                <a:latin typeface="Inter"/>
                <a:ea typeface="Inter"/>
                <a:cs typeface="Inter"/>
                <a:sym typeface="Inter"/>
              </a:rPr>
              <a:t>Email</a:t>
            </a:r>
            <a:endParaRPr sz="2850" b="1">
              <a:latin typeface="Inter"/>
              <a:ea typeface="Inter"/>
              <a:cs typeface="Inter"/>
              <a:sym typeface="Inter"/>
            </a:endParaRPr>
          </a:p>
          <a:p>
            <a:pPr marL="0" lvl="0" indent="0" algn="ctr" rtl="0">
              <a:lnSpc>
                <a:spcPct val="100000"/>
              </a:lnSpc>
              <a:spcBef>
                <a:spcPts val="570"/>
              </a:spcBef>
              <a:spcAft>
                <a:spcPts val="0"/>
              </a:spcAft>
              <a:buNone/>
            </a:pPr>
            <a:r>
              <a:rPr lang="en-US" sz="2150" u="sng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example@email.com</a:t>
            </a:r>
            <a:endParaRPr sz="215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87" name="Google Shape;287;p23"/>
          <p:cNvSpPr txBox="1"/>
          <p:nvPr/>
        </p:nvSpPr>
        <p:spPr>
          <a:xfrm>
            <a:off x="6772745" y="8454430"/>
            <a:ext cx="2306400" cy="95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14300" rIns="0" bIns="0" anchor="t" anchorCtr="0">
            <a:spAutoFit/>
          </a:bodyPr>
          <a:lstStyle/>
          <a:p>
            <a:pPr marL="635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>
                <a:latin typeface="Inter"/>
                <a:ea typeface="Inter"/>
                <a:cs typeface="Inter"/>
                <a:sym typeface="Inter"/>
              </a:rPr>
              <a:t>Phone</a:t>
            </a:r>
            <a:endParaRPr sz="2850" b="1">
              <a:latin typeface="Inter"/>
              <a:ea typeface="Inter"/>
              <a:cs typeface="Inter"/>
              <a:sym typeface="Inter"/>
            </a:endParaRPr>
          </a:p>
          <a:p>
            <a:pPr marL="0" lvl="0" indent="0" algn="ctr" rtl="0">
              <a:lnSpc>
                <a:spcPct val="100000"/>
              </a:lnSpc>
              <a:spcBef>
                <a:spcPts val="570"/>
              </a:spcBef>
              <a:spcAft>
                <a:spcPts val="0"/>
              </a:spcAft>
              <a:buNone/>
            </a:pPr>
            <a:r>
              <a:rPr lang="en-US" sz="2150">
                <a:latin typeface="Inter"/>
                <a:ea typeface="Inter"/>
                <a:cs typeface="Inter"/>
                <a:sym typeface="Inter"/>
              </a:rPr>
              <a:t>+00 000 000 000</a:t>
            </a:r>
            <a:endParaRPr sz="215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88" name="Google Shape;288;p23"/>
          <p:cNvSpPr txBox="1"/>
          <p:nvPr/>
        </p:nvSpPr>
        <p:spPr>
          <a:xfrm>
            <a:off x="11437601" y="8454430"/>
            <a:ext cx="2474100" cy="95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14300" rIns="0" bIns="0" anchor="t" anchorCtr="0">
            <a:spAutoFit/>
          </a:bodyPr>
          <a:lstStyle/>
          <a:p>
            <a:pPr marL="127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>
                <a:latin typeface="Inter"/>
                <a:ea typeface="Inter"/>
                <a:cs typeface="Inter"/>
                <a:sym typeface="Inter"/>
              </a:rPr>
              <a:t>Website</a:t>
            </a:r>
            <a:endParaRPr sz="2850" b="1">
              <a:latin typeface="Inter"/>
              <a:ea typeface="Inter"/>
              <a:cs typeface="Inter"/>
              <a:sym typeface="Inter"/>
            </a:endParaRPr>
          </a:p>
          <a:p>
            <a:pPr marL="0" lvl="0" indent="0" algn="ctr" rtl="0">
              <a:lnSpc>
                <a:spcPct val="100000"/>
              </a:lnSpc>
              <a:spcBef>
                <a:spcPts val="570"/>
              </a:spcBef>
              <a:spcAft>
                <a:spcPts val="0"/>
              </a:spcAft>
              <a:buNone/>
            </a:pPr>
            <a:r>
              <a:rPr lang="en-US" sz="2150" u="sng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www.example.com</a:t>
            </a:r>
            <a:endParaRPr sz="215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89" name="Google Shape;289;p23"/>
          <p:cNvSpPr txBox="1"/>
          <p:nvPr/>
        </p:nvSpPr>
        <p:spPr>
          <a:xfrm>
            <a:off x="15937240" y="8454425"/>
            <a:ext cx="2974800" cy="95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14300" rIns="0" bIns="0" anchor="t" anchorCtr="0">
            <a:sp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>
                <a:latin typeface="Inter"/>
                <a:ea typeface="Inter"/>
                <a:cs typeface="Inter"/>
                <a:sym typeface="Inter"/>
              </a:rPr>
              <a:t>Social</a:t>
            </a:r>
            <a:endParaRPr sz="2850" b="1">
              <a:latin typeface="Inter"/>
              <a:ea typeface="Inter"/>
              <a:cs typeface="Inter"/>
              <a:sym typeface="Inter"/>
            </a:endParaRPr>
          </a:p>
          <a:p>
            <a:pPr marL="0" lvl="0" indent="0" algn="ctr" rtl="0">
              <a:lnSpc>
                <a:spcPct val="100000"/>
              </a:lnSpc>
              <a:spcBef>
                <a:spcPts val="570"/>
              </a:spcBef>
              <a:spcAft>
                <a:spcPts val="0"/>
              </a:spcAft>
              <a:buNone/>
            </a:pPr>
            <a:r>
              <a:rPr lang="en-US" sz="2150">
                <a:latin typeface="Inter"/>
                <a:ea typeface="Inter"/>
                <a:cs typeface="Inter"/>
                <a:sym typeface="Inter"/>
              </a:rPr>
              <a:t>@Social_media</a:t>
            </a:r>
            <a:endParaRPr sz="2150"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losing">
  <p:cSld name="CUSTOM_13_1_1_1">
    <p:spTree>
      <p:nvGrpSpPr>
        <p:cNvPr id="1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1" name="Google Shape;291;p24" title="Artboard 20@300x-100.jp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  <a:noFill/>
          <a:ln>
            <a:noFill/>
          </a:ln>
        </p:spPr>
      </p:pic>
      <p:sp>
        <p:nvSpPr>
          <p:cNvPr id="292" name="Google Shape;292;p24"/>
          <p:cNvSpPr txBox="1"/>
          <p:nvPr/>
        </p:nvSpPr>
        <p:spPr>
          <a:xfrm>
            <a:off x="1041960" y="4734235"/>
            <a:ext cx="5302200" cy="178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1425" rIns="0" bIns="0" anchor="t" anchorCtr="0">
            <a:spAutoFit/>
          </a:bodyPr>
          <a:lstStyle/>
          <a:p>
            <a:pPr marL="12700" marR="5080" lvl="0" indent="0" algn="l" rtl="0">
              <a:lnSpc>
                <a:spcPct val="1012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Subheading: A final message that reinforces the main idea of the presentation and leaves a lasting impression</a:t>
            </a:r>
            <a:endParaRPr sz="285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93" name="Google Shape;293;p24" descr="$PPTXTitle"/>
          <p:cNvSpPr txBox="1"/>
          <p:nvPr/>
        </p:nvSpPr>
        <p:spPr>
          <a:xfrm>
            <a:off x="1041960" y="2279483"/>
            <a:ext cx="6690900" cy="195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6500" rIns="0" bIns="0" anchor="t" anchorCtr="0">
            <a:spAutoFit/>
          </a:bodyPr>
          <a:lstStyle/>
          <a:p>
            <a:pPr marL="12700" lvl="0" indent="0" algn="l" rtl="0">
              <a:lnSpc>
                <a:spcPct val="1102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>
                <a:solidFill>
                  <a:srgbClr val="FBC23E"/>
                </a:solidFill>
                <a:latin typeface="Inter"/>
                <a:ea typeface="Inter"/>
                <a:cs typeface="Inter"/>
                <a:sym typeface="Inter"/>
              </a:rPr>
              <a:t>Heading:</a:t>
            </a:r>
            <a:endParaRPr sz="6000" b="1">
              <a:solidFill>
                <a:srgbClr val="00426B"/>
              </a:solidFill>
              <a:latin typeface="Inter"/>
              <a:ea typeface="Inter"/>
              <a:cs typeface="Inter"/>
              <a:sym typeface="Inter"/>
            </a:endParaRPr>
          </a:p>
          <a:p>
            <a:pPr marL="12700" lvl="0" indent="0" algn="l" rtl="0">
              <a:lnSpc>
                <a:spcPct val="1102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>
                <a:solidFill>
                  <a:srgbClr val="FBC23E"/>
                </a:solidFill>
                <a:latin typeface="Inter"/>
                <a:ea typeface="Inter"/>
                <a:cs typeface="Inter"/>
                <a:sym typeface="Inter"/>
              </a:rPr>
              <a:t>Closing Statement</a:t>
            </a:r>
            <a:endParaRPr sz="6000">
              <a:solidFill>
                <a:srgbClr val="00426B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94" name="Google Shape;294;p24"/>
          <p:cNvSpPr txBox="1"/>
          <p:nvPr/>
        </p:nvSpPr>
        <p:spPr>
          <a:xfrm>
            <a:off x="1041955" y="9468456"/>
            <a:ext cx="3054300" cy="6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1425" rIns="0" bIns="0" anchor="t" anchorCtr="0">
            <a:spAutoFit/>
          </a:bodyPr>
          <a:lstStyle/>
          <a:p>
            <a:pPr marL="12700" marR="508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50" b="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Supporting description or tagline</a:t>
            </a:r>
            <a:endParaRPr sz="2150" b="1"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OBJECT_1"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25"/>
          <p:cNvSpPr txBox="1">
            <a:spLocks noGrp="1"/>
          </p:cNvSpPr>
          <p:nvPr>
            <p:ph type="title"/>
          </p:nvPr>
        </p:nvSpPr>
        <p:spPr>
          <a:xfrm>
            <a:off x="1068833" y="516786"/>
            <a:ext cx="17966400" cy="153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6000" b="0" i="0">
                <a:solidFill>
                  <a:srgbClr val="00426B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7" name="Google Shape;297;p25"/>
          <p:cNvSpPr txBox="1">
            <a:spLocks noGrp="1"/>
          </p:cNvSpPr>
          <p:nvPr>
            <p:ph type="body" idx="1"/>
          </p:nvPr>
        </p:nvSpPr>
        <p:spPr>
          <a:xfrm>
            <a:off x="8952335" y="1852227"/>
            <a:ext cx="9812100" cy="268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5800" b="0" i="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8" name="Google Shape;298;p25"/>
          <p:cNvSpPr txBox="1">
            <a:spLocks noGrp="1"/>
          </p:cNvSpPr>
          <p:nvPr>
            <p:ph type="ftr" idx="11"/>
          </p:nvPr>
        </p:nvSpPr>
        <p:spPr>
          <a:xfrm>
            <a:off x="6835394" y="10517696"/>
            <a:ext cx="6433200" cy="56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9" name="Google Shape;299;p25"/>
          <p:cNvSpPr txBox="1">
            <a:spLocks noGrp="1"/>
          </p:cNvSpPr>
          <p:nvPr>
            <p:ph type="dt" idx="10"/>
          </p:nvPr>
        </p:nvSpPr>
        <p:spPr>
          <a:xfrm>
            <a:off x="1005205" y="10517696"/>
            <a:ext cx="4623900" cy="56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0" name="Google Shape;300;p25"/>
          <p:cNvSpPr txBox="1">
            <a:spLocks noGrp="1"/>
          </p:cNvSpPr>
          <p:nvPr>
            <p:ph type="sldNum" idx="12"/>
          </p:nvPr>
        </p:nvSpPr>
        <p:spPr>
          <a:xfrm>
            <a:off x="14474953" y="10517696"/>
            <a:ext cx="46239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lvl="1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lvl="2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lvl="3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lvl="4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lvl="5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lvl="6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lvl="7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lvl="8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">
  <p:cSld name="Title Slide_1">
    <p:bg>
      <p:bgPr>
        <a:solidFill>
          <a:schemeClr val="lt1"/>
        </a:solidFill>
        <a:effectLst/>
      </p:bgPr>
    </p:bg>
    <p:spTree>
      <p:nvGrpSpPr>
        <p:cNvPr id="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26"/>
          <p:cNvSpPr/>
          <p:nvPr/>
        </p:nvSpPr>
        <p:spPr>
          <a:xfrm>
            <a:off x="0" y="0"/>
            <a:ext cx="20104100" cy="11308715"/>
          </a:xfrm>
          <a:custGeom>
            <a:avLst/>
            <a:gdLst/>
            <a:ahLst/>
            <a:cxnLst/>
            <a:rect l="l" t="t" r="r" b="b"/>
            <a:pathLst>
              <a:path w="20104100" h="11308715" extrusionOk="0">
                <a:moveTo>
                  <a:pt x="20104099" y="0"/>
                </a:moveTo>
                <a:lnTo>
                  <a:pt x="0" y="0"/>
                </a:lnTo>
                <a:lnTo>
                  <a:pt x="0" y="11308556"/>
                </a:lnTo>
                <a:lnTo>
                  <a:pt x="20104099" y="11308556"/>
                </a:lnTo>
                <a:lnTo>
                  <a:pt x="20104099" y="0"/>
                </a:lnTo>
                <a:close/>
              </a:path>
            </a:pathLst>
          </a:custGeom>
          <a:solidFill>
            <a:srgbClr val="00426B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3" name="Google Shape;303;p26"/>
          <p:cNvSpPr/>
          <p:nvPr/>
        </p:nvSpPr>
        <p:spPr>
          <a:xfrm>
            <a:off x="8998704" y="664762"/>
            <a:ext cx="10399394" cy="9893300"/>
          </a:xfrm>
          <a:custGeom>
            <a:avLst/>
            <a:gdLst/>
            <a:ahLst/>
            <a:cxnLst/>
            <a:rect l="l" t="t" r="r" b="b"/>
            <a:pathLst>
              <a:path w="10399394" h="9893300" extrusionOk="0">
                <a:moveTo>
                  <a:pt x="2613323" y="5715000"/>
                </a:moveTo>
                <a:lnTo>
                  <a:pt x="2613323" y="7645400"/>
                </a:lnTo>
                <a:lnTo>
                  <a:pt x="946526" y="9893300"/>
                </a:lnTo>
                <a:lnTo>
                  <a:pt x="10398992" y="9893300"/>
                </a:lnTo>
                <a:lnTo>
                  <a:pt x="10361396" y="9842500"/>
                </a:lnTo>
                <a:lnTo>
                  <a:pt x="5672790" y="9842500"/>
                </a:lnTo>
                <a:lnTo>
                  <a:pt x="5672790" y="6680200"/>
                </a:lnTo>
                <a:lnTo>
                  <a:pt x="3324464" y="6680200"/>
                </a:lnTo>
                <a:lnTo>
                  <a:pt x="2613323" y="5715000"/>
                </a:lnTo>
                <a:close/>
              </a:path>
              <a:path w="10399394" h="9893300" extrusionOk="0">
                <a:moveTo>
                  <a:pt x="8923351" y="7899400"/>
                </a:moveTo>
                <a:lnTo>
                  <a:pt x="8894090" y="7937500"/>
                </a:lnTo>
                <a:lnTo>
                  <a:pt x="8864456" y="7975600"/>
                </a:lnTo>
                <a:lnTo>
                  <a:pt x="8834451" y="8013700"/>
                </a:lnTo>
                <a:lnTo>
                  <a:pt x="8804078" y="8051800"/>
                </a:lnTo>
                <a:lnTo>
                  <a:pt x="8773339" y="8089900"/>
                </a:lnTo>
                <a:lnTo>
                  <a:pt x="8742238" y="8128000"/>
                </a:lnTo>
                <a:lnTo>
                  <a:pt x="8710778" y="8166100"/>
                </a:lnTo>
                <a:lnTo>
                  <a:pt x="8678959" y="8204200"/>
                </a:lnTo>
                <a:lnTo>
                  <a:pt x="8646787" y="8242300"/>
                </a:lnTo>
                <a:lnTo>
                  <a:pt x="8614262" y="8280400"/>
                </a:lnTo>
                <a:lnTo>
                  <a:pt x="8581388" y="8305800"/>
                </a:lnTo>
                <a:lnTo>
                  <a:pt x="8548167" y="8343900"/>
                </a:lnTo>
                <a:lnTo>
                  <a:pt x="8514602" y="8382000"/>
                </a:lnTo>
                <a:lnTo>
                  <a:pt x="8480697" y="8420100"/>
                </a:lnTo>
                <a:lnTo>
                  <a:pt x="8446452" y="8445500"/>
                </a:lnTo>
                <a:lnTo>
                  <a:pt x="8411872" y="8483600"/>
                </a:lnTo>
                <a:lnTo>
                  <a:pt x="8376958" y="8521700"/>
                </a:lnTo>
                <a:lnTo>
                  <a:pt x="8341714" y="8547100"/>
                </a:lnTo>
                <a:lnTo>
                  <a:pt x="8270244" y="8623300"/>
                </a:lnTo>
                <a:lnTo>
                  <a:pt x="8234024" y="8648700"/>
                </a:lnTo>
                <a:lnTo>
                  <a:pt x="8197484" y="8686800"/>
                </a:lnTo>
                <a:lnTo>
                  <a:pt x="8160627" y="8712200"/>
                </a:lnTo>
                <a:lnTo>
                  <a:pt x="8123456" y="8750300"/>
                </a:lnTo>
                <a:lnTo>
                  <a:pt x="8085972" y="8775700"/>
                </a:lnTo>
                <a:lnTo>
                  <a:pt x="8048179" y="8813800"/>
                </a:lnTo>
                <a:lnTo>
                  <a:pt x="7971677" y="8864600"/>
                </a:lnTo>
                <a:lnTo>
                  <a:pt x="7932973" y="8902700"/>
                </a:lnTo>
                <a:lnTo>
                  <a:pt x="7815079" y="8978900"/>
                </a:lnTo>
                <a:lnTo>
                  <a:pt x="7775197" y="9017000"/>
                </a:lnTo>
                <a:lnTo>
                  <a:pt x="7612816" y="9118600"/>
                </a:lnTo>
                <a:lnTo>
                  <a:pt x="7446001" y="9220200"/>
                </a:lnTo>
                <a:lnTo>
                  <a:pt x="7231507" y="9347200"/>
                </a:lnTo>
                <a:lnTo>
                  <a:pt x="7187838" y="9359900"/>
                </a:lnTo>
                <a:lnTo>
                  <a:pt x="7099752" y="9410700"/>
                </a:lnTo>
                <a:lnTo>
                  <a:pt x="7055339" y="9423400"/>
                </a:lnTo>
                <a:lnTo>
                  <a:pt x="6965791" y="9474200"/>
                </a:lnTo>
                <a:lnTo>
                  <a:pt x="6920659" y="9486900"/>
                </a:lnTo>
                <a:lnTo>
                  <a:pt x="6875294" y="9512300"/>
                </a:lnTo>
                <a:lnTo>
                  <a:pt x="6829696" y="9525000"/>
                </a:lnTo>
                <a:lnTo>
                  <a:pt x="6783870" y="9550400"/>
                </a:lnTo>
                <a:lnTo>
                  <a:pt x="6737817" y="9563100"/>
                </a:lnTo>
                <a:lnTo>
                  <a:pt x="6691541" y="9588500"/>
                </a:lnTo>
                <a:lnTo>
                  <a:pt x="6598327" y="9613900"/>
                </a:lnTo>
                <a:lnTo>
                  <a:pt x="6551395" y="9639300"/>
                </a:lnTo>
                <a:lnTo>
                  <a:pt x="6313596" y="9702800"/>
                </a:lnTo>
                <a:lnTo>
                  <a:pt x="6265426" y="9728200"/>
                </a:lnTo>
                <a:lnTo>
                  <a:pt x="6168499" y="9753600"/>
                </a:lnTo>
                <a:lnTo>
                  <a:pt x="6119746" y="9753600"/>
                </a:lnTo>
                <a:lnTo>
                  <a:pt x="5873202" y="9817100"/>
                </a:lnTo>
                <a:lnTo>
                  <a:pt x="5823356" y="9817100"/>
                </a:lnTo>
                <a:lnTo>
                  <a:pt x="5723147" y="9842500"/>
                </a:lnTo>
                <a:lnTo>
                  <a:pt x="10361396" y="9842500"/>
                </a:lnTo>
                <a:lnTo>
                  <a:pt x="8923351" y="7899400"/>
                </a:lnTo>
                <a:close/>
              </a:path>
              <a:path w="10399394" h="9893300" extrusionOk="0">
                <a:moveTo>
                  <a:pt x="5741107" y="63500"/>
                </a:moveTo>
                <a:lnTo>
                  <a:pt x="4141361" y="63500"/>
                </a:lnTo>
                <a:lnTo>
                  <a:pt x="4048927" y="88900"/>
                </a:lnTo>
                <a:lnTo>
                  <a:pt x="4002932" y="88900"/>
                </a:lnTo>
                <a:lnTo>
                  <a:pt x="3865861" y="127000"/>
                </a:lnTo>
                <a:lnTo>
                  <a:pt x="3820483" y="127000"/>
                </a:lnTo>
                <a:lnTo>
                  <a:pt x="3332301" y="266700"/>
                </a:lnTo>
                <a:lnTo>
                  <a:pt x="3288974" y="292100"/>
                </a:lnTo>
                <a:lnTo>
                  <a:pt x="3160110" y="330200"/>
                </a:lnTo>
                <a:lnTo>
                  <a:pt x="3117535" y="355600"/>
                </a:lnTo>
                <a:lnTo>
                  <a:pt x="3032966" y="381000"/>
                </a:lnTo>
                <a:lnTo>
                  <a:pt x="2990976" y="406400"/>
                </a:lnTo>
                <a:lnTo>
                  <a:pt x="2949186" y="419100"/>
                </a:lnTo>
                <a:lnTo>
                  <a:pt x="2907597" y="444500"/>
                </a:lnTo>
                <a:lnTo>
                  <a:pt x="2866212" y="457200"/>
                </a:lnTo>
                <a:lnTo>
                  <a:pt x="2825033" y="482600"/>
                </a:lnTo>
                <a:lnTo>
                  <a:pt x="2784062" y="495300"/>
                </a:lnTo>
                <a:lnTo>
                  <a:pt x="2702752" y="546100"/>
                </a:lnTo>
                <a:lnTo>
                  <a:pt x="2662417" y="558800"/>
                </a:lnTo>
                <a:lnTo>
                  <a:pt x="2582399" y="609600"/>
                </a:lnTo>
                <a:lnTo>
                  <a:pt x="2542720" y="622300"/>
                </a:lnTo>
                <a:lnTo>
                  <a:pt x="2425026" y="698500"/>
                </a:lnTo>
                <a:lnTo>
                  <a:pt x="2386250" y="711200"/>
                </a:lnTo>
                <a:lnTo>
                  <a:pt x="2233479" y="812800"/>
                </a:lnTo>
                <a:lnTo>
                  <a:pt x="2084541" y="914400"/>
                </a:lnTo>
                <a:lnTo>
                  <a:pt x="1939572" y="1016000"/>
                </a:lnTo>
                <a:lnTo>
                  <a:pt x="1903965" y="1054100"/>
                </a:lnTo>
                <a:lnTo>
                  <a:pt x="1798706" y="1130300"/>
                </a:lnTo>
                <a:lnTo>
                  <a:pt x="1764147" y="1168400"/>
                </a:lnTo>
                <a:lnTo>
                  <a:pt x="1695831" y="1219200"/>
                </a:lnTo>
                <a:lnTo>
                  <a:pt x="1662079" y="1257300"/>
                </a:lnTo>
                <a:lnTo>
                  <a:pt x="1595397" y="1308100"/>
                </a:lnTo>
                <a:lnTo>
                  <a:pt x="1562471" y="1346200"/>
                </a:lnTo>
                <a:lnTo>
                  <a:pt x="1529825" y="1371600"/>
                </a:lnTo>
                <a:lnTo>
                  <a:pt x="1497461" y="1409700"/>
                </a:lnTo>
                <a:lnTo>
                  <a:pt x="1465381" y="1435100"/>
                </a:lnTo>
                <a:lnTo>
                  <a:pt x="1433586" y="1473200"/>
                </a:lnTo>
                <a:lnTo>
                  <a:pt x="1402080" y="1498600"/>
                </a:lnTo>
                <a:lnTo>
                  <a:pt x="1370864" y="1536700"/>
                </a:lnTo>
                <a:lnTo>
                  <a:pt x="1339941" y="1562100"/>
                </a:lnTo>
                <a:lnTo>
                  <a:pt x="1309312" y="1600200"/>
                </a:lnTo>
                <a:lnTo>
                  <a:pt x="1278979" y="1625600"/>
                </a:lnTo>
                <a:lnTo>
                  <a:pt x="1248945" y="1663700"/>
                </a:lnTo>
                <a:lnTo>
                  <a:pt x="1219212" y="1701800"/>
                </a:lnTo>
                <a:lnTo>
                  <a:pt x="1189782" y="1727200"/>
                </a:lnTo>
                <a:lnTo>
                  <a:pt x="1160657" y="1765300"/>
                </a:lnTo>
                <a:lnTo>
                  <a:pt x="1131839" y="1803400"/>
                </a:lnTo>
                <a:lnTo>
                  <a:pt x="1103331" y="1841500"/>
                </a:lnTo>
                <a:lnTo>
                  <a:pt x="1075133" y="1866900"/>
                </a:lnTo>
                <a:lnTo>
                  <a:pt x="1047249" y="1905000"/>
                </a:lnTo>
                <a:lnTo>
                  <a:pt x="1019681" y="1943100"/>
                </a:lnTo>
                <a:lnTo>
                  <a:pt x="992430" y="1981200"/>
                </a:lnTo>
                <a:lnTo>
                  <a:pt x="965500" y="2019300"/>
                </a:lnTo>
                <a:lnTo>
                  <a:pt x="938891" y="2044700"/>
                </a:lnTo>
                <a:lnTo>
                  <a:pt x="912606" y="2082800"/>
                </a:lnTo>
                <a:lnTo>
                  <a:pt x="886647" y="2120900"/>
                </a:lnTo>
                <a:lnTo>
                  <a:pt x="861016" y="2159000"/>
                </a:lnTo>
                <a:lnTo>
                  <a:pt x="835716" y="2197100"/>
                </a:lnTo>
                <a:lnTo>
                  <a:pt x="810749" y="2235200"/>
                </a:lnTo>
                <a:lnTo>
                  <a:pt x="786115" y="2273300"/>
                </a:lnTo>
                <a:lnTo>
                  <a:pt x="761819" y="2311400"/>
                </a:lnTo>
                <a:lnTo>
                  <a:pt x="737861" y="2349500"/>
                </a:lnTo>
                <a:lnTo>
                  <a:pt x="714245" y="2387600"/>
                </a:lnTo>
                <a:lnTo>
                  <a:pt x="690971" y="2425700"/>
                </a:lnTo>
                <a:lnTo>
                  <a:pt x="668042" y="2463800"/>
                </a:lnTo>
                <a:lnTo>
                  <a:pt x="645461" y="2501900"/>
                </a:lnTo>
                <a:lnTo>
                  <a:pt x="623229" y="2540000"/>
                </a:lnTo>
                <a:lnTo>
                  <a:pt x="601348" y="2590800"/>
                </a:lnTo>
                <a:lnTo>
                  <a:pt x="579821" y="2628900"/>
                </a:lnTo>
                <a:lnTo>
                  <a:pt x="558650" y="2667000"/>
                </a:lnTo>
                <a:lnTo>
                  <a:pt x="537836" y="2705100"/>
                </a:lnTo>
                <a:lnTo>
                  <a:pt x="517383" y="2743200"/>
                </a:lnTo>
                <a:lnTo>
                  <a:pt x="497291" y="2781300"/>
                </a:lnTo>
                <a:lnTo>
                  <a:pt x="477564" y="2832100"/>
                </a:lnTo>
                <a:lnTo>
                  <a:pt x="458202" y="2870200"/>
                </a:lnTo>
                <a:lnTo>
                  <a:pt x="439210" y="2908300"/>
                </a:lnTo>
                <a:lnTo>
                  <a:pt x="420587" y="2946400"/>
                </a:lnTo>
                <a:lnTo>
                  <a:pt x="402337" y="2997200"/>
                </a:lnTo>
                <a:lnTo>
                  <a:pt x="384462" y="3035300"/>
                </a:lnTo>
                <a:lnTo>
                  <a:pt x="366964" y="3073400"/>
                </a:lnTo>
                <a:lnTo>
                  <a:pt x="349844" y="3124200"/>
                </a:lnTo>
                <a:lnTo>
                  <a:pt x="333106" y="3162300"/>
                </a:lnTo>
                <a:lnTo>
                  <a:pt x="316751" y="3200400"/>
                </a:lnTo>
                <a:lnTo>
                  <a:pt x="300780" y="3251200"/>
                </a:lnTo>
                <a:lnTo>
                  <a:pt x="285198" y="3289300"/>
                </a:lnTo>
                <a:lnTo>
                  <a:pt x="270004" y="3340100"/>
                </a:lnTo>
                <a:lnTo>
                  <a:pt x="255203" y="3378200"/>
                </a:lnTo>
                <a:lnTo>
                  <a:pt x="240795" y="3416300"/>
                </a:lnTo>
                <a:lnTo>
                  <a:pt x="226782" y="3467100"/>
                </a:lnTo>
                <a:lnTo>
                  <a:pt x="213168" y="3505200"/>
                </a:lnTo>
                <a:lnTo>
                  <a:pt x="199954" y="3556000"/>
                </a:lnTo>
                <a:lnTo>
                  <a:pt x="187141" y="3594100"/>
                </a:lnTo>
                <a:lnTo>
                  <a:pt x="174733" y="3644900"/>
                </a:lnTo>
                <a:lnTo>
                  <a:pt x="162732" y="3683000"/>
                </a:lnTo>
                <a:lnTo>
                  <a:pt x="151139" y="3733800"/>
                </a:lnTo>
                <a:lnTo>
                  <a:pt x="139956" y="3771900"/>
                </a:lnTo>
                <a:lnTo>
                  <a:pt x="129186" y="3822700"/>
                </a:lnTo>
                <a:lnTo>
                  <a:pt x="118831" y="3873500"/>
                </a:lnTo>
                <a:lnTo>
                  <a:pt x="108893" y="3911600"/>
                </a:lnTo>
                <a:lnTo>
                  <a:pt x="99373" y="3962400"/>
                </a:lnTo>
                <a:lnTo>
                  <a:pt x="90275" y="4000500"/>
                </a:lnTo>
                <a:lnTo>
                  <a:pt x="81600" y="4051300"/>
                </a:lnTo>
                <a:lnTo>
                  <a:pt x="73351" y="4102100"/>
                </a:lnTo>
                <a:lnTo>
                  <a:pt x="65529" y="4140200"/>
                </a:lnTo>
                <a:lnTo>
                  <a:pt x="58136" y="4191000"/>
                </a:lnTo>
                <a:lnTo>
                  <a:pt x="51175" y="4241800"/>
                </a:lnTo>
                <a:lnTo>
                  <a:pt x="44648" y="4279900"/>
                </a:lnTo>
                <a:lnTo>
                  <a:pt x="38557" y="4330700"/>
                </a:lnTo>
                <a:lnTo>
                  <a:pt x="32904" y="4381500"/>
                </a:lnTo>
                <a:lnTo>
                  <a:pt x="27691" y="4419600"/>
                </a:lnTo>
                <a:lnTo>
                  <a:pt x="22920" y="4470400"/>
                </a:lnTo>
                <a:lnTo>
                  <a:pt x="18594" y="4521200"/>
                </a:lnTo>
                <a:lnTo>
                  <a:pt x="14714" y="4572000"/>
                </a:lnTo>
                <a:lnTo>
                  <a:pt x="11282" y="4610100"/>
                </a:lnTo>
                <a:lnTo>
                  <a:pt x="8302" y="4660900"/>
                </a:lnTo>
                <a:lnTo>
                  <a:pt x="5774" y="4711700"/>
                </a:lnTo>
                <a:lnTo>
                  <a:pt x="3701" y="4762500"/>
                </a:lnTo>
                <a:lnTo>
                  <a:pt x="2085" y="4800600"/>
                </a:lnTo>
                <a:lnTo>
                  <a:pt x="928" y="4851400"/>
                </a:lnTo>
                <a:lnTo>
                  <a:pt x="232" y="4902200"/>
                </a:lnTo>
                <a:lnTo>
                  <a:pt x="0" y="4953000"/>
                </a:lnTo>
                <a:lnTo>
                  <a:pt x="327" y="5003800"/>
                </a:lnTo>
                <a:lnTo>
                  <a:pt x="1273" y="5054600"/>
                </a:lnTo>
                <a:lnTo>
                  <a:pt x="2777" y="5105400"/>
                </a:lnTo>
                <a:lnTo>
                  <a:pt x="4782" y="5156200"/>
                </a:lnTo>
                <a:lnTo>
                  <a:pt x="7230" y="5207000"/>
                </a:lnTo>
                <a:lnTo>
                  <a:pt x="10062" y="5257800"/>
                </a:lnTo>
                <a:lnTo>
                  <a:pt x="13492" y="5308600"/>
                </a:lnTo>
                <a:lnTo>
                  <a:pt x="17461" y="5359400"/>
                </a:lnTo>
                <a:lnTo>
                  <a:pt x="21967" y="5410200"/>
                </a:lnTo>
                <a:lnTo>
                  <a:pt x="27007" y="5461000"/>
                </a:lnTo>
                <a:lnTo>
                  <a:pt x="32579" y="5511800"/>
                </a:lnTo>
                <a:lnTo>
                  <a:pt x="38679" y="5562600"/>
                </a:lnTo>
                <a:lnTo>
                  <a:pt x="45305" y="5613400"/>
                </a:lnTo>
                <a:lnTo>
                  <a:pt x="52455" y="5664200"/>
                </a:lnTo>
                <a:lnTo>
                  <a:pt x="60125" y="5715000"/>
                </a:lnTo>
                <a:lnTo>
                  <a:pt x="68312" y="5765800"/>
                </a:lnTo>
                <a:lnTo>
                  <a:pt x="77015" y="5816600"/>
                </a:lnTo>
                <a:lnTo>
                  <a:pt x="86230" y="5867400"/>
                </a:lnTo>
                <a:lnTo>
                  <a:pt x="95954" y="5918200"/>
                </a:lnTo>
                <a:lnTo>
                  <a:pt x="106186" y="5969000"/>
                </a:lnTo>
                <a:lnTo>
                  <a:pt x="116921" y="6019800"/>
                </a:lnTo>
                <a:lnTo>
                  <a:pt x="128158" y="6070600"/>
                </a:lnTo>
                <a:lnTo>
                  <a:pt x="139894" y="6121400"/>
                </a:lnTo>
                <a:lnTo>
                  <a:pt x="152125" y="6172200"/>
                </a:lnTo>
                <a:lnTo>
                  <a:pt x="164850" y="6223000"/>
                </a:lnTo>
                <a:lnTo>
                  <a:pt x="178065" y="6273800"/>
                </a:lnTo>
                <a:lnTo>
                  <a:pt x="191768" y="6311900"/>
                </a:lnTo>
                <a:lnTo>
                  <a:pt x="205956" y="6362700"/>
                </a:lnTo>
                <a:lnTo>
                  <a:pt x="220626" y="6413500"/>
                </a:lnTo>
                <a:lnTo>
                  <a:pt x="235776" y="6464300"/>
                </a:lnTo>
                <a:lnTo>
                  <a:pt x="251402" y="6515100"/>
                </a:lnTo>
                <a:lnTo>
                  <a:pt x="267503" y="6553200"/>
                </a:lnTo>
                <a:lnTo>
                  <a:pt x="284075" y="6604000"/>
                </a:lnTo>
                <a:lnTo>
                  <a:pt x="301116" y="6654800"/>
                </a:lnTo>
                <a:lnTo>
                  <a:pt x="318622" y="6705600"/>
                </a:lnTo>
                <a:lnTo>
                  <a:pt x="336592" y="6743700"/>
                </a:lnTo>
                <a:lnTo>
                  <a:pt x="355022" y="6794500"/>
                </a:lnTo>
                <a:lnTo>
                  <a:pt x="373910" y="6845300"/>
                </a:lnTo>
                <a:lnTo>
                  <a:pt x="393253" y="6883400"/>
                </a:lnTo>
                <a:lnTo>
                  <a:pt x="413048" y="6934200"/>
                </a:lnTo>
                <a:lnTo>
                  <a:pt x="433292" y="6972300"/>
                </a:lnTo>
                <a:lnTo>
                  <a:pt x="453984" y="7023100"/>
                </a:lnTo>
                <a:lnTo>
                  <a:pt x="475119" y="7073900"/>
                </a:lnTo>
                <a:lnTo>
                  <a:pt x="496696" y="7112000"/>
                </a:lnTo>
                <a:lnTo>
                  <a:pt x="518711" y="7162800"/>
                </a:lnTo>
                <a:lnTo>
                  <a:pt x="541163" y="7200900"/>
                </a:lnTo>
                <a:lnTo>
                  <a:pt x="564047" y="7251700"/>
                </a:lnTo>
                <a:lnTo>
                  <a:pt x="587362" y="7289800"/>
                </a:lnTo>
                <a:lnTo>
                  <a:pt x="611105" y="7340600"/>
                </a:lnTo>
                <a:lnTo>
                  <a:pt x="635272" y="7378700"/>
                </a:lnTo>
                <a:lnTo>
                  <a:pt x="659862" y="7416800"/>
                </a:lnTo>
                <a:lnTo>
                  <a:pt x="684871" y="7467600"/>
                </a:lnTo>
                <a:lnTo>
                  <a:pt x="710297" y="7505700"/>
                </a:lnTo>
                <a:lnTo>
                  <a:pt x="736138" y="7543800"/>
                </a:lnTo>
                <a:lnTo>
                  <a:pt x="762389" y="7594600"/>
                </a:lnTo>
                <a:lnTo>
                  <a:pt x="789049" y="7632700"/>
                </a:lnTo>
                <a:lnTo>
                  <a:pt x="816115" y="7670800"/>
                </a:lnTo>
                <a:lnTo>
                  <a:pt x="843584" y="7708900"/>
                </a:lnTo>
                <a:lnTo>
                  <a:pt x="871453" y="7759700"/>
                </a:lnTo>
                <a:lnTo>
                  <a:pt x="899720" y="7797800"/>
                </a:lnTo>
                <a:lnTo>
                  <a:pt x="928382" y="7835900"/>
                </a:lnTo>
                <a:lnTo>
                  <a:pt x="957437" y="7874000"/>
                </a:lnTo>
                <a:lnTo>
                  <a:pt x="986880" y="7912100"/>
                </a:lnTo>
                <a:lnTo>
                  <a:pt x="2611302" y="5715000"/>
                </a:lnTo>
                <a:lnTo>
                  <a:pt x="2610140" y="5715000"/>
                </a:lnTo>
                <a:lnTo>
                  <a:pt x="2595057" y="5664200"/>
                </a:lnTo>
                <a:lnTo>
                  <a:pt x="2580925" y="5613400"/>
                </a:lnTo>
                <a:lnTo>
                  <a:pt x="2567757" y="5562600"/>
                </a:lnTo>
                <a:lnTo>
                  <a:pt x="2555567" y="5511800"/>
                </a:lnTo>
                <a:lnTo>
                  <a:pt x="2544366" y="5461000"/>
                </a:lnTo>
                <a:lnTo>
                  <a:pt x="2534169" y="5410200"/>
                </a:lnTo>
                <a:lnTo>
                  <a:pt x="2524990" y="5372100"/>
                </a:lnTo>
                <a:lnTo>
                  <a:pt x="2516840" y="5321300"/>
                </a:lnTo>
                <a:lnTo>
                  <a:pt x="2509734" y="5270500"/>
                </a:lnTo>
                <a:lnTo>
                  <a:pt x="2503685" y="5207000"/>
                </a:lnTo>
                <a:lnTo>
                  <a:pt x="2498706" y="5156200"/>
                </a:lnTo>
                <a:lnTo>
                  <a:pt x="2494810" y="5105400"/>
                </a:lnTo>
                <a:lnTo>
                  <a:pt x="2492011" y="5054600"/>
                </a:lnTo>
                <a:lnTo>
                  <a:pt x="2490322" y="5003800"/>
                </a:lnTo>
                <a:lnTo>
                  <a:pt x="2489756" y="4953000"/>
                </a:lnTo>
                <a:lnTo>
                  <a:pt x="2490223" y="4902200"/>
                </a:lnTo>
                <a:lnTo>
                  <a:pt x="2491617" y="4851400"/>
                </a:lnTo>
                <a:lnTo>
                  <a:pt x="2493930" y="4800600"/>
                </a:lnTo>
                <a:lnTo>
                  <a:pt x="2497154" y="4762500"/>
                </a:lnTo>
                <a:lnTo>
                  <a:pt x="2501280" y="4711700"/>
                </a:lnTo>
                <a:lnTo>
                  <a:pt x="2506299" y="4660900"/>
                </a:lnTo>
                <a:lnTo>
                  <a:pt x="2512203" y="4622800"/>
                </a:lnTo>
                <a:lnTo>
                  <a:pt x="2518984" y="4572000"/>
                </a:lnTo>
                <a:lnTo>
                  <a:pt x="2526632" y="4521200"/>
                </a:lnTo>
                <a:lnTo>
                  <a:pt x="2535140" y="4483100"/>
                </a:lnTo>
                <a:lnTo>
                  <a:pt x="2544498" y="4432300"/>
                </a:lnTo>
                <a:lnTo>
                  <a:pt x="2554699" y="4381500"/>
                </a:lnTo>
                <a:lnTo>
                  <a:pt x="2565733" y="4343400"/>
                </a:lnTo>
                <a:lnTo>
                  <a:pt x="2577592" y="4292600"/>
                </a:lnTo>
                <a:lnTo>
                  <a:pt x="2590268" y="4254500"/>
                </a:lnTo>
                <a:lnTo>
                  <a:pt x="2603752" y="4203700"/>
                </a:lnTo>
                <a:lnTo>
                  <a:pt x="2618035" y="4165600"/>
                </a:lnTo>
                <a:lnTo>
                  <a:pt x="2633109" y="4127500"/>
                </a:lnTo>
                <a:lnTo>
                  <a:pt x="2648966" y="4076700"/>
                </a:lnTo>
                <a:lnTo>
                  <a:pt x="2665597" y="4038600"/>
                </a:lnTo>
                <a:lnTo>
                  <a:pt x="2682992" y="3987800"/>
                </a:lnTo>
                <a:lnTo>
                  <a:pt x="2701145" y="3949700"/>
                </a:lnTo>
                <a:lnTo>
                  <a:pt x="2720046" y="3911600"/>
                </a:lnTo>
                <a:lnTo>
                  <a:pt x="2739686" y="3873500"/>
                </a:lnTo>
                <a:lnTo>
                  <a:pt x="2760058" y="3835400"/>
                </a:lnTo>
                <a:lnTo>
                  <a:pt x="2781152" y="3784600"/>
                </a:lnTo>
                <a:lnTo>
                  <a:pt x="2802961" y="3746500"/>
                </a:lnTo>
                <a:lnTo>
                  <a:pt x="2825474" y="3708400"/>
                </a:lnTo>
                <a:lnTo>
                  <a:pt x="2848685" y="3670300"/>
                </a:lnTo>
                <a:lnTo>
                  <a:pt x="2872585" y="3632200"/>
                </a:lnTo>
                <a:lnTo>
                  <a:pt x="2897164" y="3594100"/>
                </a:lnTo>
                <a:lnTo>
                  <a:pt x="2922414" y="3556000"/>
                </a:lnTo>
                <a:lnTo>
                  <a:pt x="2948328" y="3517900"/>
                </a:lnTo>
                <a:lnTo>
                  <a:pt x="2974895" y="3479800"/>
                </a:lnTo>
                <a:lnTo>
                  <a:pt x="3002108" y="3454400"/>
                </a:lnTo>
                <a:lnTo>
                  <a:pt x="3029959" y="3416300"/>
                </a:lnTo>
                <a:lnTo>
                  <a:pt x="3058438" y="3378200"/>
                </a:lnTo>
                <a:lnTo>
                  <a:pt x="3087537" y="3340100"/>
                </a:lnTo>
                <a:lnTo>
                  <a:pt x="3117248" y="3314700"/>
                </a:lnTo>
                <a:lnTo>
                  <a:pt x="3147562" y="3276600"/>
                </a:lnTo>
                <a:lnTo>
                  <a:pt x="3178470" y="3238500"/>
                </a:lnTo>
                <a:lnTo>
                  <a:pt x="3209965" y="3213100"/>
                </a:lnTo>
                <a:lnTo>
                  <a:pt x="3242036" y="3175000"/>
                </a:lnTo>
                <a:lnTo>
                  <a:pt x="3274677" y="3149600"/>
                </a:lnTo>
                <a:lnTo>
                  <a:pt x="3307878" y="3124200"/>
                </a:lnTo>
                <a:lnTo>
                  <a:pt x="3341630" y="3086100"/>
                </a:lnTo>
                <a:lnTo>
                  <a:pt x="3375926" y="3060700"/>
                </a:lnTo>
                <a:lnTo>
                  <a:pt x="3410756" y="3035300"/>
                </a:lnTo>
                <a:lnTo>
                  <a:pt x="3446113" y="3009900"/>
                </a:lnTo>
                <a:lnTo>
                  <a:pt x="3481987" y="2971800"/>
                </a:lnTo>
                <a:lnTo>
                  <a:pt x="3555254" y="2921000"/>
                </a:lnTo>
                <a:lnTo>
                  <a:pt x="3630489" y="2870200"/>
                </a:lnTo>
                <a:lnTo>
                  <a:pt x="3668824" y="2844800"/>
                </a:lnTo>
                <a:lnTo>
                  <a:pt x="3707624" y="2832100"/>
                </a:lnTo>
                <a:lnTo>
                  <a:pt x="3786590" y="2781300"/>
                </a:lnTo>
                <a:lnTo>
                  <a:pt x="3826738" y="2768600"/>
                </a:lnTo>
                <a:lnTo>
                  <a:pt x="3908323" y="2717800"/>
                </a:lnTo>
                <a:lnTo>
                  <a:pt x="3949742" y="2705100"/>
                </a:lnTo>
                <a:lnTo>
                  <a:pt x="3991568" y="2679700"/>
                </a:lnTo>
                <a:lnTo>
                  <a:pt x="4119399" y="2641600"/>
                </a:lnTo>
                <a:lnTo>
                  <a:pt x="4162766" y="2616200"/>
                </a:lnTo>
                <a:lnTo>
                  <a:pt x="4384886" y="2552700"/>
                </a:lnTo>
                <a:lnTo>
                  <a:pt x="4430307" y="2552700"/>
                </a:lnTo>
                <a:lnTo>
                  <a:pt x="4522080" y="2527300"/>
                </a:lnTo>
                <a:lnTo>
                  <a:pt x="4568413" y="2527300"/>
                </a:lnTo>
                <a:lnTo>
                  <a:pt x="4615034" y="2514600"/>
                </a:lnTo>
                <a:lnTo>
                  <a:pt x="4661933" y="2514600"/>
                </a:lnTo>
                <a:lnTo>
                  <a:pt x="4709102" y="2501900"/>
                </a:lnTo>
                <a:lnTo>
                  <a:pt x="4804216" y="2501900"/>
                </a:lnTo>
                <a:lnTo>
                  <a:pt x="4852143" y="2489200"/>
                </a:lnTo>
                <a:lnTo>
                  <a:pt x="9243156" y="2489200"/>
                </a:lnTo>
                <a:lnTo>
                  <a:pt x="9219475" y="2451100"/>
                </a:lnTo>
                <a:lnTo>
                  <a:pt x="9195417" y="2413000"/>
                </a:lnTo>
                <a:lnTo>
                  <a:pt x="9170985" y="2374900"/>
                </a:lnTo>
                <a:lnTo>
                  <a:pt x="9146181" y="2324100"/>
                </a:lnTo>
                <a:lnTo>
                  <a:pt x="9121009" y="2286000"/>
                </a:lnTo>
                <a:lnTo>
                  <a:pt x="9095469" y="2247900"/>
                </a:lnTo>
                <a:lnTo>
                  <a:pt x="9069566" y="2209800"/>
                </a:lnTo>
                <a:lnTo>
                  <a:pt x="9043300" y="2171700"/>
                </a:lnTo>
                <a:lnTo>
                  <a:pt x="9016675" y="2133600"/>
                </a:lnTo>
                <a:lnTo>
                  <a:pt x="8989693" y="2095500"/>
                </a:lnTo>
                <a:lnTo>
                  <a:pt x="8962356" y="2057400"/>
                </a:lnTo>
                <a:lnTo>
                  <a:pt x="8934667" y="2019300"/>
                </a:lnTo>
                <a:lnTo>
                  <a:pt x="8906628" y="1981200"/>
                </a:lnTo>
                <a:lnTo>
                  <a:pt x="8878241" y="1943100"/>
                </a:lnTo>
                <a:lnTo>
                  <a:pt x="8849509" y="1905000"/>
                </a:lnTo>
                <a:lnTo>
                  <a:pt x="8820434" y="1866900"/>
                </a:lnTo>
                <a:lnTo>
                  <a:pt x="8791018" y="1828800"/>
                </a:lnTo>
                <a:lnTo>
                  <a:pt x="8761265" y="1790700"/>
                </a:lnTo>
                <a:lnTo>
                  <a:pt x="8731176" y="1765300"/>
                </a:lnTo>
                <a:lnTo>
                  <a:pt x="8700753" y="1727200"/>
                </a:lnTo>
                <a:lnTo>
                  <a:pt x="8670000" y="1689100"/>
                </a:lnTo>
                <a:lnTo>
                  <a:pt x="8638918" y="1651000"/>
                </a:lnTo>
                <a:lnTo>
                  <a:pt x="8607510" y="1612900"/>
                </a:lnTo>
                <a:lnTo>
                  <a:pt x="8575779" y="1587500"/>
                </a:lnTo>
                <a:lnTo>
                  <a:pt x="8543726" y="1549400"/>
                </a:lnTo>
                <a:lnTo>
                  <a:pt x="8511354" y="1511300"/>
                </a:lnTo>
                <a:lnTo>
                  <a:pt x="8478666" y="1485900"/>
                </a:lnTo>
                <a:lnTo>
                  <a:pt x="8445664" y="1447800"/>
                </a:lnTo>
                <a:lnTo>
                  <a:pt x="8412349" y="1422400"/>
                </a:lnTo>
                <a:lnTo>
                  <a:pt x="8378726" y="1384300"/>
                </a:lnTo>
                <a:lnTo>
                  <a:pt x="8344795" y="1346200"/>
                </a:lnTo>
                <a:lnTo>
                  <a:pt x="8310560" y="1320800"/>
                </a:lnTo>
                <a:lnTo>
                  <a:pt x="8276023" y="1282700"/>
                </a:lnTo>
                <a:lnTo>
                  <a:pt x="8206051" y="1231900"/>
                </a:lnTo>
                <a:lnTo>
                  <a:pt x="8170621" y="1193800"/>
                </a:lnTo>
                <a:lnTo>
                  <a:pt x="8134899" y="1168400"/>
                </a:lnTo>
                <a:lnTo>
                  <a:pt x="8098886" y="1130300"/>
                </a:lnTo>
                <a:lnTo>
                  <a:pt x="8026000" y="1079500"/>
                </a:lnTo>
                <a:lnTo>
                  <a:pt x="7989131" y="1041400"/>
                </a:lnTo>
                <a:lnTo>
                  <a:pt x="7838872" y="939800"/>
                </a:lnTo>
                <a:lnTo>
                  <a:pt x="7800623" y="901700"/>
                </a:lnTo>
                <a:lnTo>
                  <a:pt x="7644965" y="800100"/>
                </a:lnTo>
                <a:lnTo>
                  <a:pt x="7444578" y="673100"/>
                </a:lnTo>
                <a:lnTo>
                  <a:pt x="7403749" y="647700"/>
                </a:lnTo>
                <a:lnTo>
                  <a:pt x="7362676" y="635000"/>
                </a:lnTo>
                <a:lnTo>
                  <a:pt x="7238010" y="558800"/>
                </a:lnTo>
                <a:lnTo>
                  <a:pt x="7195981" y="546100"/>
                </a:lnTo>
                <a:lnTo>
                  <a:pt x="7111227" y="495300"/>
                </a:lnTo>
                <a:lnTo>
                  <a:pt x="7068506" y="482600"/>
                </a:lnTo>
                <a:lnTo>
                  <a:pt x="7025559" y="457200"/>
                </a:lnTo>
                <a:lnTo>
                  <a:pt x="6982390" y="444500"/>
                </a:lnTo>
                <a:lnTo>
                  <a:pt x="6895390" y="393700"/>
                </a:lnTo>
                <a:lnTo>
                  <a:pt x="6807525" y="368300"/>
                </a:lnTo>
                <a:lnTo>
                  <a:pt x="6763274" y="342900"/>
                </a:lnTo>
                <a:lnTo>
                  <a:pt x="6674148" y="317500"/>
                </a:lnTo>
                <a:lnTo>
                  <a:pt x="6629277" y="292100"/>
                </a:lnTo>
                <a:lnTo>
                  <a:pt x="6493464" y="254000"/>
                </a:lnTo>
                <a:lnTo>
                  <a:pt x="6447800" y="228600"/>
                </a:lnTo>
                <a:lnTo>
                  <a:pt x="6028460" y="114300"/>
                </a:lnTo>
                <a:lnTo>
                  <a:pt x="5980981" y="114300"/>
                </a:lnTo>
                <a:lnTo>
                  <a:pt x="5837543" y="76200"/>
                </a:lnTo>
                <a:lnTo>
                  <a:pt x="5789405" y="76200"/>
                </a:lnTo>
                <a:lnTo>
                  <a:pt x="5741107" y="63500"/>
                </a:lnTo>
                <a:close/>
              </a:path>
              <a:path w="10399394" h="9893300" extrusionOk="0">
                <a:moveTo>
                  <a:pt x="9243156" y="2489200"/>
                </a:moveTo>
                <a:lnTo>
                  <a:pt x="5051803" y="2489200"/>
                </a:lnTo>
                <a:lnTo>
                  <a:pt x="5102955" y="2501900"/>
                </a:lnTo>
                <a:lnTo>
                  <a:pt x="5204404" y="2501900"/>
                </a:lnTo>
                <a:lnTo>
                  <a:pt x="5254681" y="2514600"/>
                </a:lnTo>
                <a:lnTo>
                  <a:pt x="5304645" y="2514600"/>
                </a:lnTo>
                <a:lnTo>
                  <a:pt x="5403594" y="2540000"/>
                </a:lnTo>
                <a:lnTo>
                  <a:pt x="5452559" y="2540000"/>
                </a:lnTo>
                <a:lnTo>
                  <a:pt x="5738548" y="2616200"/>
                </a:lnTo>
                <a:lnTo>
                  <a:pt x="5784816" y="2641600"/>
                </a:lnTo>
                <a:lnTo>
                  <a:pt x="5876062" y="2667000"/>
                </a:lnTo>
                <a:lnTo>
                  <a:pt x="5965518" y="2717800"/>
                </a:lnTo>
                <a:lnTo>
                  <a:pt x="6009549" y="2730500"/>
                </a:lnTo>
                <a:lnTo>
                  <a:pt x="6096165" y="2781300"/>
                </a:lnTo>
                <a:lnTo>
                  <a:pt x="6138730" y="2794000"/>
                </a:lnTo>
                <a:lnTo>
                  <a:pt x="6180784" y="2819400"/>
                </a:lnTo>
                <a:lnTo>
                  <a:pt x="6263322" y="2870200"/>
                </a:lnTo>
                <a:lnTo>
                  <a:pt x="6343696" y="2921000"/>
                </a:lnTo>
                <a:lnTo>
                  <a:pt x="6383046" y="2959100"/>
                </a:lnTo>
                <a:lnTo>
                  <a:pt x="6460020" y="3009900"/>
                </a:lnTo>
                <a:lnTo>
                  <a:pt x="6497622" y="3035300"/>
                </a:lnTo>
                <a:lnTo>
                  <a:pt x="6534622" y="3073400"/>
                </a:lnTo>
                <a:lnTo>
                  <a:pt x="6571008" y="3098800"/>
                </a:lnTo>
                <a:lnTo>
                  <a:pt x="6606770" y="3136900"/>
                </a:lnTo>
                <a:lnTo>
                  <a:pt x="6641897" y="3162300"/>
                </a:lnTo>
                <a:lnTo>
                  <a:pt x="6676380" y="3200400"/>
                </a:lnTo>
                <a:lnTo>
                  <a:pt x="6710208" y="3238500"/>
                </a:lnTo>
                <a:lnTo>
                  <a:pt x="6743371" y="3276600"/>
                </a:lnTo>
                <a:lnTo>
                  <a:pt x="6775857" y="3302000"/>
                </a:lnTo>
                <a:lnTo>
                  <a:pt x="6807657" y="3340100"/>
                </a:lnTo>
                <a:lnTo>
                  <a:pt x="6838761" y="3378200"/>
                </a:lnTo>
                <a:lnTo>
                  <a:pt x="6869158" y="3416300"/>
                </a:lnTo>
                <a:lnTo>
                  <a:pt x="6898837" y="3454400"/>
                </a:lnTo>
                <a:lnTo>
                  <a:pt x="6956567" y="3530600"/>
                </a:lnTo>
                <a:lnTo>
                  <a:pt x="6984566" y="3568700"/>
                </a:lnTo>
                <a:lnTo>
                  <a:pt x="7011775" y="3619500"/>
                </a:lnTo>
                <a:lnTo>
                  <a:pt x="7038183" y="3657600"/>
                </a:lnTo>
                <a:lnTo>
                  <a:pt x="7063778" y="3695700"/>
                </a:lnTo>
                <a:lnTo>
                  <a:pt x="7088550" y="3733800"/>
                </a:lnTo>
                <a:lnTo>
                  <a:pt x="7112486" y="3784600"/>
                </a:lnTo>
                <a:lnTo>
                  <a:pt x="7135577" y="3822700"/>
                </a:lnTo>
                <a:lnTo>
                  <a:pt x="7157811" y="3873500"/>
                </a:lnTo>
                <a:lnTo>
                  <a:pt x="7179176" y="3911600"/>
                </a:lnTo>
                <a:lnTo>
                  <a:pt x="7199662" y="3962400"/>
                </a:lnTo>
                <a:lnTo>
                  <a:pt x="7219257" y="4000500"/>
                </a:lnTo>
                <a:lnTo>
                  <a:pt x="7237951" y="4051300"/>
                </a:lnTo>
                <a:lnTo>
                  <a:pt x="7255732" y="4102100"/>
                </a:lnTo>
                <a:lnTo>
                  <a:pt x="7272588" y="4140200"/>
                </a:lnTo>
                <a:lnTo>
                  <a:pt x="7288510" y="4191000"/>
                </a:lnTo>
                <a:lnTo>
                  <a:pt x="7303485" y="4241800"/>
                </a:lnTo>
                <a:lnTo>
                  <a:pt x="7317502" y="4292600"/>
                </a:lnTo>
                <a:lnTo>
                  <a:pt x="7330551" y="4343400"/>
                </a:lnTo>
                <a:lnTo>
                  <a:pt x="7342620" y="4381500"/>
                </a:lnTo>
                <a:lnTo>
                  <a:pt x="7353699" y="4432300"/>
                </a:lnTo>
                <a:lnTo>
                  <a:pt x="7363775" y="4483100"/>
                </a:lnTo>
                <a:lnTo>
                  <a:pt x="7372837" y="4533900"/>
                </a:lnTo>
                <a:lnTo>
                  <a:pt x="7380876" y="4584700"/>
                </a:lnTo>
                <a:lnTo>
                  <a:pt x="7387878" y="4635500"/>
                </a:lnTo>
                <a:lnTo>
                  <a:pt x="7393834" y="4686300"/>
                </a:lnTo>
                <a:lnTo>
                  <a:pt x="7398732" y="4737100"/>
                </a:lnTo>
                <a:lnTo>
                  <a:pt x="7402561" y="4787900"/>
                </a:lnTo>
                <a:lnTo>
                  <a:pt x="7405310" y="4851400"/>
                </a:lnTo>
                <a:lnTo>
                  <a:pt x="7406968" y="4902200"/>
                </a:lnTo>
                <a:lnTo>
                  <a:pt x="7407523" y="4953000"/>
                </a:lnTo>
                <a:lnTo>
                  <a:pt x="7406994" y="5003800"/>
                </a:lnTo>
                <a:lnTo>
                  <a:pt x="7405415" y="5054600"/>
                </a:lnTo>
                <a:lnTo>
                  <a:pt x="7402797" y="5105400"/>
                </a:lnTo>
                <a:lnTo>
                  <a:pt x="7399150" y="5156200"/>
                </a:lnTo>
                <a:lnTo>
                  <a:pt x="7394486" y="5207000"/>
                </a:lnTo>
                <a:lnTo>
                  <a:pt x="7388813" y="5257800"/>
                </a:lnTo>
                <a:lnTo>
                  <a:pt x="7382145" y="5308600"/>
                </a:lnTo>
                <a:lnTo>
                  <a:pt x="7374490" y="5359400"/>
                </a:lnTo>
                <a:lnTo>
                  <a:pt x="7365860" y="5397500"/>
                </a:lnTo>
                <a:lnTo>
                  <a:pt x="7356265" y="5448300"/>
                </a:lnTo>
                <a:lnTo>
                  <a:pt x="7345716" y="5499100"/>
                </a:lnTo>
                <a:lnTo>
                  <a:pt x="7334224" y="5549900"/>
                </a:lnTo>
                <a:lnTo>
                  <a:pt x="7321800" y="5600700"/>
                </a:lnTo>
                <a:lnTo>
                  <a:pt x="7308454" y="5638800"/>
                </a:lnTo>
                <a:lnTo>
                  <a:pt x="7294196" y="5689600"/>
                </a:lnTo>
                <a:lnTo>
                  <a:pt x="8923351" y="7899400"/>
                </a:lnTo>
                <a:lnTo>
                  <a:pt x="8952292" y="7861300"/>
                </a:lnTo>
                <a:lnTo>
                  <a:pt x="8980854" y="7823200"/>
                </a:lnTo>
                <a:lnTo>
                  <a:pt x="9009033" y="7785100"/>
                </a:lnTo>
                <a:lnTo>
                  <a:pt x="9036827" y="7734300"/>
                </a:lnTo>
                <a:lnTo>
                  <a:pt x="9064233" y="7696200"/>
                </a:lnTo>
                <a:lnTo>
                  <a:pt x="9091248" y="7658100"/>
                </a:lnTo>
                <a:lnTo>
                  <a:pt x="9117869" y="7620000"/>
                </a:lnTo>
                <a:lnTo>
                  <a:pt x="9144095" y="7581900"/>
                </a:lnTo>
                <a:lnTo>
                  <a:pt x="9169922" y="7531100"/>
                </a:lnTo>
                <a:lnTo>
                  <a:pt x="9195347" y="7493000"/>
                </a:lnTo>
                <a:lnTo>
                  <a:pt x="9220368" y="7454900"/>
                </a:lnTo>
                <a:lnTo>
                  <a:pt x="9244982" y="7404100"/>
                </a:lnTo>
                <a:lnTo>
                  <a:pt x="9269187" y="7366000"/>
                </a:lnTo>
                <a:lnTo>
                  <a:pt x="9292979" y="7327900"/>
                </a:lnTo>
                <a:lnTo>
                  <a:pt x="9316356" y="7277100"/>
                </a:lnTo>
                <a:lnTo>
                  <a:pt x="9339316" y="7239000"/>
                </a:lnTo>
                <a:lnTo>
                  <a:pt x="9361855" y="7188200"/>
                </a:lnTo>
                <a:lnTo>
                  <a:pt x="9383970" y="7150100"/>
                </a:lnTo>
                <a:lnTo>
                  <a:pt x="9405660" y="7099300"/>
                </a:lnTo>
                <a:lnTo>
                  <a:pt x="9426922" y="7061200"/>
                </a:lnTo>
                <a:lnTo>
                  <a:pt x="9447752" y="7010400"/>
                </a:lnTo>
                <a:lnTo>
                  <a:pt x="9468148" y="6972300"/>
                </a:lnTo>
                <a:lnTo>
                  <a:pt x="9488107" y="6921500"/>
                </a:lnTo>
                <a:lnTo>
                  <a:pt x="9507627" y="6883400"/>
                </a:lnTo>
                <a:lnTo>
                  <a:pt x="9526705" y="6832600"/>
                </a:lnTo>
                <a:lnTo>
                  <a:pt x="9545339" y="6781800"/>
                </a:lnTo>
                <a:lnTo>
                  <a:pt x="9563524" y="6743700"/>
                </a:lnTo>
                <a:lnTo>
                  <a:pt x="9581260" y="6692900"/>
                </a:lnTo>
                <a:lnTo>
                  <a:pt x="9598542" y="6642100"/>
                </a:lnTo>
                <a:lnTo>
                  <a:pt x="9615369" y="6604000"/>
                </a:lnTo>
                <a:lnTo>
                  <a:pt x="9631738" y="6553200"/>
                </a:lnTo>
                <a:lnTo>
                  <a:pt x="9647645" y="6502400"/>
                </a:lnTo>
                <a:lnTo>
                  <a:pt x="9663089" y="6464300"/>
                </a:lnTo>
                <a:lnTo>
                  <a:pt x="9678066" y="6413500"/>
                </a:lnTo>
                <a:lnTo>
                  <a:pt x="9692574" y="6362700"/>
                </a:lnTo>
                <a:lnTo>
                  <a:pt x="9706611" y="6311900"/>
                </a:lnTo>
                <a:lnTo>
                  <a:pt x="9720173" y="6273800"/>
                </a:lnTo>
                <a:lnTo>
                  <a:pt x="9733257" y="6223000"/>
                </a:lnTo>
                <a:lnTo>
                  <a:pt x="9745862" y="6172200"/>
                </a:lnTo>
                <a:lnTo>
                  <a:pt x="9757983" y="6121400"/>
                </a:lnTo>
                <a:lnTo>
                  <a:pt x="9769620" y="6070600"/>
                </a:lnTo>
                <a:lnTo>
                  <a:pt x="9780768" y="6019800"/>
                </a:lnTo>
                <a:lnTo>
                  <a:pt x="9791426" y="5969000"/>
                </a:lnTo>
                <a:lnTo>
                  <a:pt x="9801590" y="5918200"/>
                </a:lnTo>
                <a:lnTo>
                  <a:pt x="9811258" y="5880100"/>
                </a:lnTo>
                <a:lnTo>
                  <a:pt x="9820427" y="5829300"/>
                </a:lnTo>
                <a:lnTo>
                  <a:pt x="9829094" y="5778500"/>
                </a:lnTo>
                <a:lnTo>
                  <a:pt x="9837257" y="5727700"/>
                </a:lnTo>
                <a:lnTo>
                  <a:pt x="9844913" y="5676900"/>
                </a:lnTo>
                <a:lnTo>
                  <a:pt x="9852059" y="5626100"/>
                </a:lnTo>
                <a:lnTo>
                  <a:pt x="9858693" y="5575300"/>
                </a:lnTo>
                <a:lnTo>
                  <a:pt x="9864811" y="5524500"/>
                </a:lnTo>
                <a:lnTo>
                  <a:pt x="9870412" y="5473700"/>
                </a:lnTo>
                <a:lnTo>
                  <a:pt x="9875492" y="5422900"/>
                </a:lnTo>
                <a:lnTo>
                  <a:pt x="9880049" y="5372100"/>
                </a:lnTo>
                <a:lnTo>
                  <a:pt x="9884080" y="5321300"/>
                </a:lnTo>
                <a:lnTo>
                  <a:pt x="9887582" y="5270500"/>
                </a:lnTo>
                <a:lnTo>
                  <a:pt x="9890553" y="5207000"/>
                </a:lnTo>
                <a:lnTo>
                  <a:pt x="9892990" y="5156200"/>
                </a:lnTo>
                <a:lnTo>
                  <a:pt x="9894890" y="5105400"/>
                </a:lnTo>
                <a:lnTo>
                  <a:pt x="9896250" y="5054600"/>
                </a:lnTo>
                <a:lnTo>
                  <a:pt x="9897069" y="5003800"/>
                </a:lnTo>
                <a:lnTo>
                  <a:pt x="9897342" y="4953000"/>
                </a:lnTo>
                <a:lnTo>
                  <a:pt x="9897069" y="4902200"/>
                </a:lnTo>
                <a:lnTo>
                  <a:pt x="9896250" y="4851400"/>
                </a:lnTo>
                <a:lnTo>
                  <a:pt x="9894889" y="4787900"/>
                </a:lnTo>
                <a:lnTo>
                  <a:pt x="9892989" y="4737100"/>
                </a:lnTo>
                <a:lnTo>
                  <a:pt x="9890553" y="4686300"/>
                </a:lnTo>
                <a:lnTo>
                  <a:pt x="9887583" y="4635500"/>
                </a:lnTo>
                <a:lnTo>
                  <a:pt x="9884081" y="4584700"/>
                </a:lnTo>
                <a:lnTo>
                  <a:pt x="9880052" y="4533900"/>
                </a:lnTo>
                <a:lnTo>
                  <a:pt x="9875498" y="4483100"/>
                </a:lnTo>
                <a:lnTo>
                  <a:pt x="9870421" y="4432300"/>
                </a:lnTo>
                <a:lnTo>
                  <a:pt x="9864825" y="4381500"/>
                </a:lnTo>
                <a:lnTo>
                  <a:pt x="9858712" y="4330700"/>
                </a:lnTo>
                <a:lnTo>
                  <a:pt x="9852085" y="4279900"/>
                </a:lnTo>
                <a:lnTo>
                  <a:pt x="9844948" y="4229100"/>
                </a:lnTo>
                <a:lnTo>
                  <a:pt x="9837302" y="4178300"/>
                </a:lnTo>
                <a:lnTo>
                  <a:pt x="9829151" y="4127500"/>
                </a:lnTo>
                <a:lnTo>
                  <a:pt x="9820497" y="4076700"/>
                </a:lnTo>
                <a:lnTo>
                  <a:pt x="9811343" y="4025900"/>
                </a:lnTo>
                <a:lnTo>
                  <a:pt x="9801693" y="3975100"/>
                </a:lnTo>
                <a:lnTo>
                  <a:pt x="9791549" y="3924300"/>
                </a:lnTo>
                <a:lnTo>
                  <a:pt x="9780914" y="3886200"/>
                </a:lnTo>
                <a:lnTo>
                  <a:pt x="9769790" y="3835400"/>
                </a:lnTo>
                <a:lnTo>
                  <a:pt x="9758181" y="3784600"/>
                </a:lnTo>
                <a:lnTo>
                  <a:pt x="9746089" y="3733800"/>
                </a:lnTo>
                <a:lnTo>
                  <a:pt x="9733518" y="3683000"/>
                </a:lnTo>
                <a:lnTo>
                  <a:pt x="9720469" y="3632200"/>
                </a:lnTo>
                <a:lnTo>
                  <a:pt x="9706947" y="3594100"/>
                </a:lnTo>
                <a:lnTo>
                  <a:pt x="9692953" y="3543300"/>
                </a:lnTo>
                <a:lnTo>
                  <a:pt x="9678490" y="3492500"/>
                </a:lnTo>
                <a:lnTo>
                  <a:pt x="9664122" y="3441700"/>
                </a:lnTo>
                <a:lnTo>
                  <a:pt x="9649323" y="3403600"/>
                </a:lnTo>
                <a:lnTo>
                  <a:pt x="9634095" y="3352800"/>
                </a:lnTo>
                <a:lnTo>
                  <a:pt x="9618440" y="3314700"/>
                </a:lnTo>
                <a:lnTo>
                  <a:pt x="9602362" y="3263900"/>
                </a:lnTo>
                <a:lnTo>
                  <a:pt x="9585861" y="3225800"/>
                </a:lnTo>
                <a:lnTo>
                  <a:pt x="9568942" y="3175000"/>
                </a:lnTo>
                <a:lnTo>
                  <a:pt x="9551605" y="3136900"/>
                </a:lnTo>
                <a:lnTo>
                  <a:pt x="9533854" y="3086100"/>
                </a:lnTo>
                <a:lnTo>
                  <a:pt x="9515691" y="3048000"/>
                </a:lnTo>
                <a:lnTo>
                  <a:pt x="9497118" y="2997200"/>
                </a:lnTo>
                <a:lnTo>
                  <a:pt x="9478138" y="2959100"/>
                </a:lnTo>
                <a:lnTo>
                  <a:pt x="9458753" y="2908300"/>
                </a:lnTo>
                <a:lnTo>
                  <a:pt x="9438966" y="2870200"/>
                </a:lnTo>
                <a:lnTo>
                  <a:pt x="9418778" y="2832100"/>
                </a:lnTo>
                <a:lnTo>
                  <a:pt x="9398192" y="2781300"/>
                </a:lnTo>
                <a:lnTo>
                  <a:pt x="9377211" y="2743200"/>
                </a:lnTo>
                <a:lnTo>
                  <a:pt x="9355837" y="2692400"/>
                </a:lnTo>
                <a:lnTo>
                  <a:pt x="9334073" y="2654300"/>
                </a:lnTo>
                <a:lnTo>
                  <a:pt x="9311920" y="2616200"/>
                </a:lnTo>
                <a:lnTo>
                  <a:pt x="9289381" y="2578100"/>
                </a:lnTo>
                <a:lnTo>
                  <a:pt x="9266459" y="2527300"/>
                </a:lnTo>
                <a:lnTo>
                  <a:pt x="9243156" y="2489200"/>
                </a:lnTo>
                <a:close/>
              </a:path>
              <a:path w="10399394" h="9893300" extrusionOk="0">
                <a:moveTo>
                  <a:pt x="5672790" y="3492500"/>
                </a:moveTo>
                <a:lnTo>
                  <a:pt x="3324464" y="6680200"/>
                </a:lnTo>
                <a:lnTo>
                  <a:pt x="5672790" y="6680200"/>
                </a:lnTo>
                <a:lnTo>
                  <a:pt x="5672790" y="3492500"/>
                </a:lnTo>
                <a:close/>
              </a:path>
              <a:path w="10399394" h="9893300" extrusionOk="0">
                <a:moveTo>
                  <a:pt x="5595286" y="38100"/>
                </a:moveTo>
                <a:lnTo>
                  <a:pt x="4327947" y="38100"/>
                </a:lnTo>
                <a:lnTo>
                  <a:pt x="4281091" y="50800"/>
                </a:lnTo>
                <a:lnTo>
                  <a:pt x="4234373" y="50800"/>
                </a:lnTo>
                <a:lnTo>
                  <a:pt x="4187796" y="63500"/>
                </a:lnTo>
                <a:lnTo>
                  <a:pt x="5692653" y="63500"/>
                </a:lnTo>
                <a:lnTo>
                  <a:pt x="5595286" y="38100"/>
                </a:lnTo>
                <a:close/>
              </a:path>
              <a:path w="10399394" h="9893300" extrusionOk="0">
                <a:moveTo>
                  <a:pt x="5448122" y="25400"/>
                </a:moveTo>
                <a:lnTo>
                  <a:pt x="4422066" y="25400"/>
                </a:lnTo>
                <a:lnTo>
                  <a:pt x="4374939" y="38100"/>
                </a:lnTo>
                <a:lnTo>
                  <a:pt x="5497322" y="38100"/>
                </a:lnTo>
                <a:lnTo>
                  <a:pt x="5448122" y="25400"/>
                </a:lnTo>
                <a:close/>
              </a:path>
              <a:path w="10399394" h="9893300" extrusionOk="0">
                <a:moveTo>
                  <a:pt x="5349297" y="12700"/>
                </a:moveTo>
                <a:lnTo>
                  <a:pt x="4564227" y="12700"/>
                </a:lnTo>
                <a:lnTo>
                  <a:pt x="4516712" y="25400"/>
                </a:lnTo>
                <a:lnTo>
                  <a:pt x="5398779" y="25400"/>
                </a:lnTo>
                <a:lnTo>
                  <a:pt x="5349297" y="12700"/>
                </a:lnTo>
                <a:close/>
              </a:path>
              <a:path w="10399394" h="9893300" extrusionOk="0">
                <a:moveTo>
                  <a:pt x="5150019" y="0"/>
                </a:moveTo>
                <a:lnTo>
                  <a:pt x="4755525" y="0"/>
                </a:lnTo>
                <a:lnTo>
                  <a:pt x="4707520" y="12700"/>
                </a:lnTo>
                <a:lnTo>
                  <a:pt x="5200036" y="12700"/>
                </a:lnTo>
                <a:lnTo>
                  <a:pt x="5150019" y="0"/>
                </a:lnTo>
                <a:close/>
              </a:path>
            </a:pathLst>
          </a:custGeom>
          <a:solidFill>
            <a:srgbClr val="3879AE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4" name="Google Shape;304;p26"/>
          <p:cNvSpPr txBox="1">
            <a:spLocks noGrp="1"/>
          </p:cNvSpPr>
          <p:nvPr>
            <p:ph type="ctrTitle"/>
          </p:nvPr>
        </p:nvSpPr>
        <p:spPr>
          <a:xfrm>
            <a:off x="816708" y="2400598"/>
            <a:ext cx="7190700" cy="515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6000" b="0" i="0">
                <a:solidFill>
                  <a:srgbClr val="00426B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5" name="Google Shape;305;p26"/>
          <p:cNvSpPr txBox="1">
            <a:spLocks noGrp="1"/>
          </p:cNvSpPr>
          <p:nvPr>
            <p:ph type="subTitle" idx="1"/>
          </p:nvPr>
        </p:nvSpPr>
        <p:spPr>
          <a:xfrm>
            <a:off x="3015615" y="6333236"/>
            <a:ext cx="14073000" cy="282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5800" b="0" i="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6" name="Google Shape;306;p26"/>
          <p:cNvSpPr txBox="1">
            <a:spLocks noGrp="1"/>
          </p:cNvSpPr>
          <p:nvPr>
            <p:ph type="ftr" idx="11"/>
          </p:nvPr>
        </p:nvSpPr>
        <p:spPr>
          <a:xfrm>
            <a:off x="6835394" y="10517696"/>
            <a:ext cx="6433200" cy="56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7" name="Google Shape;307;p26"/>
          <p:cNvSpPr txBox="1">
            <a:spLocks noGrp="1"/>
          </p:cNvSpPr>
          <p:nvPr>
            <p:ph type="dt" idx="10"/>
          </p:nvPr>
        </p:nvSpPr>
        <p:spPr>
          <a:xfrm>
            <a:off x="1005205" y="10517696"/>
            <a:ext cx="4623900" cy="56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8" name="Google Shape;308;p26"/>
          <p:cNvSpPr txBox="1">
            <a:spLocks noGrp="1"/>
          </p:cNvSpPr>
          <p:nvPr>
            <p:ph type="sldNum" idx="12"/>
          </p:nvPr>
        </p:nvSpPr>
        <p:spPr>
          <a:xfrm>
            <a:off x="14474953" y="10517696"/>
            <a:ext cx="46239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lvl="1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lvl="2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lvl="3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lvl="4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lvl="5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lvl="6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lvl="7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lvl="8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" type="title">
  <p:cSld name="TITLE"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27"/>
          <p:cNvSpPr txBox="1">
            <a:spLocks noGrp="1"/>
          </p:cNvSpPr>
          <p:nvPr>
            <p:ph type="ctrTitle"/>
          </p:nvPr>
        </p:nvSpPr>
        <p:spPr>
          <a:xfrm>
            <a:off x="2485091" y="3965255"/>
            <a:ext cx="12807354" cy="27148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50750" tIns="75350" rIns="150750" bIns="7535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900"/>
              <a:buFont typeface="Trebuchet MS"/>
              <a:buChar char="●"/>
              <a:defRPr sz="8900">
                <a:solidFill>
                  <a:schemeClr val="accen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2pPr>
            <a:lvl3pPr lvl="2" algn="l"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3pPr>
            <a:lvl4pPr lvl="3" algn="l"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4pPr>
            <a:lvl5pPr lvl="4" algn="l"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5pPr>
            <a:lvl6pPr lvl="5" algn="l"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6pPr>
            <a:lvl7pPr lvl="6" algn="l"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7pPr>
            <a:lvl8pPr lvl="7" algn="l"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8pPr>
            <a:lvl9pPr lvl="8" algn="l"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9pPr>
          </a:lstStyle>
          <a:p>
            <a:endParaRPr/>
          </a:p>
        </p:txBody>
      </p:sp>
      <p:sp>
        <p:nvSpPr>
          <p:cNvPr id="311" name="Google Shape;311;p27"/>
          <p:cNvSpPr txBox="1">
            <a:spLocks noGrp="1"/>
          </p:cNvSpPr>
          <p:nvPr>
            <p:ph type="subTitle" idx="1"/>
          </p:nvPr>
        </p:nvSpPr>
        <p:spPr>
          <a:xfrm>
            <a:off x="2485091" y="6680124"/>
            <a:ext cx="12807354" cy="18088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50750" tIns="75350" rIns="150750" bIns="75350" anchor="t" anchorCtr="0">
            <a:normAutofit/>
          </a:bodyPr>
          <a:lstStyle>
            <a:lvl1pPr lvl="0" algn="r">
              <a:spcBef>
                <a:spcPts val="1600"/>
              </a:spcBef>
              <a:spcAft>
                <a:spcPts val="0"/>
              </a:spcAft>
              <a:buSzPts val="2400"/>
              <a:buNone/>
              <a:defRPr sz="2300">
                <a:solidFill>
                  <a:srgbClr val="7F7F7F"/>
                </a:solidFill>
              </a:defRPr>
            </a:lvl1pPr>
            <a:lvl2pPr lvl="1" algn="ctr">
              <a:spcBef>
                <a:spcPts val="1600"/>
              </a:spcBef>
              <a:spcAft>
                <a:spcPts val="0"/>
              </a:spcAft>
              <a:buSzPts val="2100"/>
              <a:buNone/>
              <a:defRPr sz="2300">
                <a:solidFill>
                  <a:srgbClr val="888888"/>
                </a:solidFill>
              </a:defRPr>
            </a:lvl2pPr>
            <a:lvl3pPr lvl="2" algn="ctr">
              <a:spcBef>
                <a:spcPts val="1600"/>
              </a:spcBef>
              <a:spcAft>
                <a:spcPts val="0"/>
              </a:spcAft>
              <a:buSzPts val="1800"/>
              <a:buNone/>
              <a:defRPr sz="2300">
                <a:solidFill>
                  <a:srgbClr val="888888"/>
                </a:solidFill>
              </a:defRPr>
            </a:lvl3pPr>
            <a:lvl4pPr lvl="3" algn="ctr">
              <a:spcBef>
                <a:spcPts val="1600"/>
              </a:spcBef>
              <a:spcAft>
                <a:spcPts val="0"/>
              </a:spcAft>
              <a:buSzPts val="1600"/>
              <a:buNone/>
              <a:defRPr sz="2300">
                <a:solidFill>
                  <a:srgbClr val="888888"/>
                </a:solidFill>
              </a:defRPr>
            </a:lvl4pPr>
            <a:lvl5pPr lvl="4" algn="ctr">
              <a:spcBef>
                <a:spcPts val="1600"/>
              </a:spcBef>
              <a:spcAft>
                <a:spcPts val="0"/>
              </a:spcAft>
              <a:buSzPts val="1600"/>
              <a:buNone/>
              <a:defRPr sz="2300">
                <a:solidFill>
                  <a:srgbClr val="888888"/>
                </a:solidFill>
              </a:defRPr>
            </a:lvl5pPr>
            <a:lvl6pPr lvl="5" algn="ctr">
              <a:spcBef>
                <a:spcPts val="1600"/>
              </a:spcBef>
              <a:spcAft>
                <a:spcPts val="0"/>
              </a:spcAft>
              <a:buSzPts val="1600"/>
              <a:buNone/>
              <a:defRPr sz="2300">
                <a:solidFill>
                  <a:srgbClr val="888888"/>
                </a:solidFill>
              </a:defRPr>
            </a:lvl6pPr>
            <a:lvl7pPr lvl="6" algn="ctr">
              <a:spcBef>
                <a:spcPts val="1600"/>
              </a:spcBef>
              <a:spcAft>
                <a:spcPts val="0"/>
              </a:spcAft>
              <a:buSzPts val="1600"/>
              <a:buNone/>
              <a:defRPr sz="2300">
                <a:solidFill>
                  <a:srgbClr val="888888"/>
                </a:solidFill>
              </a:defRPr>
            </a:lvl7pPr>
            <a:lvl8pPr lvl="7" algn="ctr">
              <a:spcBef>
                <a:spcPts val="1600"/>
              </a:spcBef>
              <a:spcAft>
                <a:spcPts val="0"/>
              </a:spcAft>
              <a:buSzPts val="1600"/>
              <a:buNone/>
              <a:defRPr sz="2300">
                <a:solidFill>
                  <a:srgbClr val="888888"/>
                </a:solidFill>
              </a:defRPr>
            </a:lvl8pPr>
            <a:lvl9pPr lvl="8" algn="ctr">
              <a:spcBef>
                <a:spcPts val="1600"/>
              </a:spcBef>
              <a:spcAft>
                <a:spcPts val="0"/>
              </a:spcAft>
              <a:buSzPts val="1600"/>
              <a:buNone/>
              <a:defRPr sz="23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12" name="Google Shape;312;p27"/>
          <p:cNvSpPr txBox="1">
            <a:spLocks noGrp="1"/>
          </p:cNvSpPr>
          <p:nvPr>
            <p:ph type="dt" idx="10"/>
          </p:nvPr>
        </p:nvSpPr>
        <p:spPr>
          <a:xfrm>
            <a:off x="11880964" y="9962653"/>
            <a:ext cx="1503749" cy="6021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50750" tIns="75350" rIns="150750" bIns="7535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1pPr>
            <a:lvl2pPr lvl="1" algn="l"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2pPr>
            <a:lvl3pPr lvl="2" algn="l"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3pPr>
            <a:lvl4pPr lvl="3" algn="l"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4pPr>
            <a:lvl5pPr lvl="4" algn="l"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5pPr>
            <a:lvl6pPr lvl="5" algn="l"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6pPr>
            <a:lvl7pPr lvl="6" algn="l"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7pPr>
            <a:lvl8pPr lvl="7" algn="l"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8pPr>
            <a:lvl9pPr lvl="8" algn="l"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9pPr>
          </a:lstStyle>
          <a:p>
            <a:endParaRPr/>
          </a:p>
        </p:txBody>
      </p:sp>
      <p:sp>
        <p:nvSpPr>
          <p:cNvPr id="313" name="Google Shape;313;p27"/>
          <p:cNvSpPr txBox="1">
            <a:spLocks noGrp="1"/>
          </p:cNvSpPr>
          <p:nvPr>
            <p:ph type="ftr" idx="11"/>
          </p:nvPr>
        </p:nvSpPr>
        <p:spPr>
          <a:xfrm>
            <a:off x="1116896" y="9962653"/>
            <a:ext cx="10384500" cy="6021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50750" tIns="75350" rIns="150750" bIns="7535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1pPr>
            <a:lvl2pPr lvl="1" algn="l"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2pPr>
            <a:lvl3pPr lvl="2" algn="l"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3pPr>
            <a:lvl4pPr lvl="3" algn="l"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4pPr>
            <a:lvl5pPr lvl="4" algn="l"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5pPr>
            <a:lvl6pPr lvl="5" algn="l"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6pPr>
            <a:lvl7pPr lvl="6" algn="l"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7pPr>
            <a:lvl8pPr lvl="7" algn="l"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8pPr>
            <a:lvl9pPr lvl="8" algn="l"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9pPr>
          </a:lstStyle>
          <a:p>
            <a:endParaRPr/>
          </a:p>
        </p:txBody>
      </p:sp>
      <p:sp>
        <p:nvSpPr>
          <p:cNvPr id="314" name="Google Shape;314;p27"/>
          <p:cNvSpPr txBox="1">
            <a:spLocks noGrp="1"/>
          </p:cNvSpPr>
          <p:nvPr>
            <p:ph type="sldNum" idx="12"/>
          </p:nvPr>
        </p:nvSpPr>
        <p:spPr>
          <a:xfrm>
            <a:off x="14165645" y="9962653"/>
            <a:ext cx="1126798" cy="6021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50750" tIns="75350" rIns="150750" bIns="7535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2300"/>
            </a:lvl1pPr>
            <a:lvl2pPr marL="0" lvl="1" indent="0" algn="r">
              <a:spcBef>
                <a:spcPts val="0"/>
              </a:spcBef>
              <a:buNone/>
              <a:defRPr sz="2300"/>
            </a:lvl2pPr>
            <a:lvl3pPr marL="0" lvl="2" indent="0" algn="r">
              <a:spcBef>
                <a:spcPts val="0"/>
              </a:spcBef>
              <a:buNone/>
              <a:defRPr sz="2300"/>
            </a:lvl3pPr>
            <a:lvl4pPr marL="0" lvl="3" indent="0" algn="r">
              <a:spcBef>
                <a:spcPts val="0"/>
              </a:spcBef>
              <a:buNone/>
              <a:defRPr sz="2300"/>
            </a:lvl4pPr>
            <a:lvl5pPr marL="0" lvl="4" indent="0" algn="r">
              <a:spcBef>
                <a:spcPts val="0"/>
              </a:spcBef>
              <a:buNone/>
              <a:defRPr sz="2300"/>
            </a:lvl5pPr>
            <a:lvl6pPr marL="0" lvl="5" indent="0" algn="r">
              <a:spcBef>
                <a:spcPts val="0"/>
              </a:spcBef>
              <a:buNone/>
              <a:defRPr sz="2300"/>
            </a:lvl6pPr>
            <a:lvl7pPr marL="0" lvl="6" indent="0" algn="r">
              <a:spcBef>
                <a:spcPts val="0"/>
              </a:spcBef>
              <a:buNone/>
              <a:defRPr sz="2300"/>
            </a:lvl7pPr>
            <a:lvl8pPr marL="0" lvl="7" indent="0" algn="r">
              <a:spcBef>
                <a:spcPts val="0"/>
              </a:spcBef>
              <a:buNone/>
              <a:defRPr sz="2300"/>
            </a:lvl8pPr>
            <a:lvl9pPr marL="0" lvl="8" indent="0" algn="r">
              <a:spcBef>
                <a:spcPts val="0"/>
              </a:spcBef>
              <a:buNone/>
              <a:defRPr sz="2300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315" name="Google Shape;315;p27" descr="A close up of a sign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6421171" y="174022"/>
            <a:ext cx="3492650" cy="1333631"/>
          </a:xfrm>
          <a:prstGeom prst="rect">
            <a:avLst/>
          </a:prstGeom>
          <a:noFill/>
          <a:ln>
            <a:noFill/>
          </a:ln>
        </p:spPr>
      </p:pic>
      <p:pic>
        <p:nvPicPr>
          <p:cNvPr id="316" name="Google Shape;316;p2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3725276" cy="11308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OBJECT_2">
    <p:spTree>
      <p:nvGrpSpPr>
        <p:cNvPr id="1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28"/>
          <p:cNvSpPr txBox="1">
            <a:spLocks noGrp="1"/>
          </p:cNvSpPr>
          <p:nvPr>
            <p:ph type="title"/>
          </p:nvPr>
        </p:nvSpPr>
        <p:spPr>
          <a:xfrm>
            <a:off x="1116896" y="1005276"/>
            <a:ext cx="14175547" cy="21780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50750" tIns="75350" rIns="150750" bIns="7535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Char char="●"/>
              <a:defRPr sz="2300"/>
            </a:lvl1pPr>
            <a:lvl2pPr lvl="1" algn="l"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2pPr>
            <a:lvl3pPr lvl="2" algn="l"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3pPr>
            <a:lvl4pPr lvl="3" algn="l"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4pPr>
            <a:lvl5pPr lvl="4" algn="l"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5pPr>
            <a:lvl6pPr lvl="5" algn="l"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6pPr>
            <a:lvl7pPr lvl="6" algn="l"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7pPr>
            <a:lvl8pPr lvl="7" algn="l"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8pPr>
            <a:lvl9pPr lvl="8" algn="l"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9pPr>
          </a:lstStyle>
          <a:p>
            <a:endParaRPr/>
          </a:p>
        </p:txBody>
      </p:sp>
      <p:sp>
        <p:nvSpPr>
          <p:cNvPr id="319" name="Google Shape;319;p28"/>
          <p:cNvSpPr txBox="1">
            <a:spLocks noGrp="1"/>
          </p:cNvSpPr>
          <p:nvPr>
            <p:ph type="body" idx="1"/>
          </p:nvPr>
        </p:nvSpPr>
        <p:spPr>
          <a:xfrm>
            <a:off x="1116896" y="3562971"/>
            <a:ext cx="14175547" cy="63996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50750" tIns="75350" rIns="150750" bIns="75350" anchor="t" anchorCtr="0">
            <a:normAutofit/>
          </a:bodyPr>
          <a:lstStyle>
            <a:lvl1pPr marL="457200" lvl="0" indent="-381000" algn="l">
              <a:spcBef>
                <a:spcPts val="1600"/>
              </a:spcBef>
              <a:spcAft>
                <a:spcPts val="0"/>
              </a:spcAft>
              <a:buSzPts val="2400"/>
              <a:buChar char="●"/>
              <a:defRPr sz="2300"/>
            </a:lvl1pPr>
            <a:lvl2pPr marL="914400" lvl="1" indent="-381000" algn="l">
              <a:spcBef>
                <a:spcPts val="1600"/>
              </a:spcBef>
              <a:spcAft>
                <a:spcPts val="0"/>
              </a:spcAft>
              <a:buSzPts val="2400"/>
              <a:buChar char="○"/>
              <a:defRPr sz="2300"/>
            </a:lvl2pPr>
            <a:lvl3pPr marL="1371600" lvl="2" indent="-381000" algn="l">
              <a:spcBef>
                <a:spcPts val="1600"/>
              </a:spcBef>
              <a:spcAft>
                <a:spcPts val="0"/>
              </a:spcAft>
              <a:buSzPts val="2400"/>
              <a:buChar char="■"/>
              <a:defRPr sz="2300"/>
            </a:lvl3pPr>
            <a:lvl4pPr marL="1828800" lvl="3" indent="-381000" algn="l">
              <a:spcBef>
                <a:spcPts val="1600"/>
              </a:spcBef>
              <a:spcAft>
                <a:spcPts val="0"/>
              </a:spcAft>
              <a:buSzPts val="2400"/>
              <a:buChar char="●"/>
              <a:defRPr sz="2300"/>
            </a:lvl4pPr>
            <a:lvl5pPr marL="2286000" lvl="4" indent="-381000" algn="l">
              <a:spcBef>
                <a:spcPts val="1600"/>
              </a:spcBef>
              <a:spcAft>
                <a:spcPts val="0"/>
              </a:spcAft>
              <a:buSzPts val="2400"/>
              <a:buChar char="○"/>
              <a:defRPr sz="2300"/>
            </a:lvl5pPr>
            <a:lvl6pPr marL="2743200" lvl="5" indent="-381000" algn="l">
              <a:spcBef>
                <a:spcPts val="1600"/>
              </a:spcBef>
              <a:spcAft>
                <a:spcPts val="0"/>
              </a:spcAft>
              <a:buSzPts val="2400"/>
              <a:buChar char="■"/>
              <a:defRPr sz="2300"/>
            </a:lvl6pPr>
            <a:lvl7pPr marL="3200400" lvl="6" indent="-381000" algn="l">
              <a:spcBef>
                <a:spcPts val="1600"/>
              </a:spcBef>
              <a:spcAft>
                <a:spcPts val="0"/>
              </a:spcAft>
              <a:buSzPts val="2400"/>
              <a:buChar char="●"/>
              <a:defRPr sz="2300"/>
            </a:lvl7pPr>
            <a:lvl8pPr marL="3657600" lvl="7" indent="-381000" algn="l">
              <a:spcBef>
                <a:spcPts val="1600"/>
              </a:spcBef>
              <a:spcAft>
                <a:spcPts val="0"/>
              </a:spcAft>
              <a:buSzPts val="2400"/>
              <a:buChar char="○"/>
              <a:defRPr sz="2300"/>
            </a:lvl8pPr>
            <a:lvl9pPr marL="4114800" lvl="8" indent="-381000" algn="l">
              <a:spcBef>
                <a:spcPts val="1600"/>
              </a:spcBef>
              <a:spcAft>
                <a:spcPts val="0"/>
              </a:spcAft>
              <a:buSzPts val="2400"/>
              <a:buChar char="■"/>
              <a:defRPr sz="2300"/>
            </a:lvl9pPr>
          </a:lstStyle>
          <a:p>
            <a:endParaRPr/>
          </a:p>
        </p:txBody>
      </p:sp>
      <p:sp>
        <p:nvSpPr>
          <p:cNvPr id="320" name="Google Shape;320;p28"/>
          <p:cNvSpPr txBox="1">
            <a:spLocks noGrp="1"/>
          </p:cNvSpPr>
          <p:nvPr>
            <p:ph type="dt" idx="10"/>
          </p:nvPr>
        </p:nvSpPr>
        <p:spPr>
          <a:xfrm>
            <a:off x="11880964" y="9962653"/>
            <a:ext cx="1503749" cy="6021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50750" tIns="75350" rIns="150750" bIns="7535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1pPr>
            <a:lvl2pPr lvl="1" algn="l"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2pPr>
            <a:lvl3pPr lvl="2" algn="l"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3pPr>
            <a:lvl4pPr lvl="3" algn="l"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4pPr>
            <a:lvl5pPr lvl="4" algn="l"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5pPr>
            <a:lvl6pPr lvl="5" algn="l"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6pPr>
            <a:lvl7pPr lvl="6" algn="l"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7pPr>
            <a:lvl8pPr lvl="7" algn="l"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8pPr>
            <a:lvl9pPr lvl="8" algn="l"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9pPr>
          </a:lstStyle>
          <a:p>
            <a:endParaRPr/>
          </a:p>
        </p:txBody>
      </p:sp>
      <p:sp>
        <p:nvSpPr>
          <p:cNvPr id="321" name="Google Shape;321;p28"/>
          <p:cNvSpPr txBox="1">
            <a:spLocks noGrp="1"/>
          </p:cNvSpPr>
          <p:nvPr>
            <p:ph type="ftr" idx="11"/>
          </p:nvPr>
        </p:nvSpPr>
        <p:spPr>
          <a:xfrm>
            <a:off x="1116896" y="9962653"/>
            <a:ext cx="10384500" cy="6021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50750" tIns="75350" rIns="150750" bIns="7535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1pPr>
            <a:lvl2pPr lvl="1" algn="l"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2pPr>
            <a:lvl3pPr lvl="2" algn="l"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3pPr>
            <a:lvl4pPr lvl="3" algn="l"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4pPr>
            <a:lvl5pPr lvl="4" algn="l"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5pPr>
            <a:lvl6pPr lvl="5" algn="l"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6pPr>
            <a:lvl7pPr lvl="6" algn="l"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7pPr>
            <a:lvl8pPr lvl="7" algn="l"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8pPr>
            <a:lvl9pPr lvl="8" algn="l"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9pPr>
          </a:lstStyle>
          <a:p>
            <a:endParaRPr/>
          </a:p>
        </p:txBody>
      </p:sp>
      <p:sp>
        <p:nvSpPr>
          <p:cNvPr id="322" name="Google Shape;322;p28"/>
          <p:cNvSpPr txBox="1">
            <a:spLocks noGrp="1"/>
          </p:cNvSpPr>
          <p:nvPr>
            <p:ph type="sldNum" idx="12"/>
          </p:nvPr>
        </p:nvSpPr>
        <p:spPr>
          <a:xfrm>
            <a:off x="14165645" y="9962653"/>
            <a:ext cx="1126798" cy="6021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50750" tIns="75350" rIns="150750" bIns="7535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2300"/>
            </a:lvl1pPr>
            <a:lvl2pPr marL="0" lvl="1" indent="0" algn="r">
              <a:spcBef>
                <a:spcPts val="0"/>
              </a:spcBef>
              <a:buNone/>
              <a:defRPr sz="2300"/>
            </a:lvl2pPr>
            <a:lvl3pPr marL="0" lvl="2" indent="0" algn="r">
              <a:spcBef>
                <a:spcPts val="0"/>
              </a:spcBef>
              <a:buNone/>
              <a:defRPr sz="2300"/>
            </a:lvl3pPr>
            <a:lvl4pPr marL="0" lvl="3" indent="0" algn="r">
              <a:spcBef>
                <a:spcPts val="0"/>
              </a:spcBef>
              <a:buNone/>
              <a:defRPr sz="2300"/>
            </a:lvl4pPr>
            <a:lvl5pPr marL="0" lvl="4" indent="0" algn="r">
              <a:spcBef>
                <a:spcPts val="0"/>
              </a:spcBef>
              <a:buNone/>
              <a:defRPr sz="2300"/>
            </a:lvl5pPr>
            <a:lvl6pPr marL="0" lvl="5" indent="0" algn="r">
              <a:spcBef>
                <a:spcPts val="0"/>
              </a:spcBef>
              <a:buNone/>
              <a:defRPr sz="2300"/>
            </a:lvl6pPr>
            <a:lvl7pPr marL="0" lvl="6" indent="0" algn="r">
              <a:spcBef>
                <a:spcPts val="0"/>
              </a:spcBef>
              <a:buNone/>
              <a:defRPr sz="2300"/>
            </a:lvl7pPr>
            <a:lvl8pPr marL="0" lvl="7" indent="0" algn="r">
              <a:spcBef>
                <a:spcPts val="0"/>
              </a:spcBef>
              <a:buNone/>
              <a:defRPr sz="2300"/>
            </a:lvl8pPr>
            <a:lvl9pPr marL="0" lvl="8" indent="0" algn="r">
              <a:spcBef>
                <a:spcPts val="0"/>
              </a:spcBef>
              <a:buNone/>
              <a:defRPr sz="2300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/>
        </p:nvSpPr>
        <p:spPr>
          <a:xfrm>
            <a:off x="1036587" y="9522641"/>
            <a:ext cx="4927500" cy="89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1425" rIns="0" bIns="0" anchor="t" anchorCtr="0">
            <a:spAutoFit/>
          </a:bodyPr>
          <a:lstStyle/>
          <a:p>
            <a:pPr marL="12700" marR="5080" lvl="0" indent="0" algn="l" rtl="0">
              <a:lnSpc>
                <a:spcPct val="1012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SUPPORTING DESCRIPTION OR TAGLINE</a:t>
            </a:r>
            <a:endParaRPr sz="285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" name="Google Shape;7;p1" descr="$PPTXTitle"/>
          <p:cNvSpPr txBox="1"/>
          <p:nvPr/>
        </p:nvSpPr>
        <p:spPr>
          <a:xfrm>
            <a:off x="1036574" y="2281000"/>
            <a:ext cx="10027200" cy="563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06050" rIns="0" bIns="0" anchor="t" anchorCtr="0">
            <a:spAutoFit/>
          </a:bodyPr>
          <a:lstStyle/>
          <a:p>
            <a:pPr marL="12700" marR="5080" lvl="0" indent="0" algn="l" rtl="0">
              <a:lnSpc>
                <a:spcPct val="999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50" b="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Main Presentation Title</a:t>
            </a:r>
            <a:endParaRPr sz="11550" b="1">
              <a:solidFill>
                <a:srgbClr val="00426B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29"/>
          <p:cNvSpPr txBox="1">
            <a:spLocks noGrp="1"/>
          </p:cNvSpPr>
          <p:nvPr>
            <p:ph type="title"/>
          </p:nvPr>
        </p:nvSpPr>
        <p:spPr>
          <a:xfrm>
            <a:off x="1036575" y="819675"/>
            <a:ext cx="10027200" cy="1446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00"/>
              <a:t>Title of Your Study</a:t>
            </a:r>
            <a:endParaRPr sz="43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00" b="0"/>
              <a:t>Your name</a:t>
            </a:r>
            <a:endParaRPr sz="3900" b="0"/>
          </a:p>
        </p:txBody>
      </p:sp>
      <p:sp>
        <p:nvSpPr>
          <p:cNvPr id="328" name="Google Shape;328;p29"/>
          <p:cNvSpPr txBox="1">
            <a:spLocks noGrp="1"/>
          </p:cNvSpPr>
          <p:nvPr>
            <p:ph type="subTitle" idx="1"/>
          </p:nvPr>
        </p:nvSpPr>
        <p:spPr>
          <a:xfrm>
            <a:off x="1926075" y="4905725"/>
            <a:ext cx="8349900" cy="415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/>
              <a:t>Review Committee</a:t>
            </a:r>
            <a:endParaRPr b="1"/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Dr. Name Here, Committee Chairperson</a:t>
            </a:r>
            <a:endParaRPr/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Dr. Name Here, Reviewer</a:t>
            </a:r>
            <a:endParaRPr/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Dr. Name Here, Reviewer</a:t>
            </a:r>
            <a:endParaRPr/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</a:t>
            </a:r>
            <a:endParaRPr/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/>
              <a:t>Chief Academic Officer</a:t>
            </a:r>
            <a:endParaRPr b="1"/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Dr. Robert Neely</a:t>
            </a:r>
            <a:endParaRPr/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9" name="Google Shape;329;p29"/>
          <p:cNvSpPr txBox="1"/>
          <p:nvPr/>
        </p:nvSpPr>
        <p:spPr>
          <a:xfrm>
            <a:off x="7275975" y="9996275"/>
            <a:ext cx="3000000" cy="6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Date Here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/>
        </p:txBody>
      </p:sp>
      <p:sp>
        <p:nvSpPr>
          <p:cNvPr id="5" name="Text Placeholder 4"/>
          <p:cNvSpPr>
            <a:spLocks noGrp="1"/>
          </p:cNvSpPr>
          <p:nvPr>
            <p:ph type="body" idx="4"/>
          </p:nvPr>
        </p:nvSpPr>
        <p:spPr/>
        <p:txBody>
          <a:bodyPr/>
          <a:lstStyle/>
          <a:p/>
        </p:txBody>
      </p:sp>
      <p:sp>
        <p:nvSpPr>
          <p:cNvPr id="6" name="Text Placeholder 5"/>
          <p:cNvSpPr>
            <a:spLocks noGrp="1"/>
          </p:cNvSpPr>
          <p:nvPr>
            <p:ph type="body" idx="5"/>
          </p:nvPr>
        </p:nvSpPr>
        <p:spPr/>
        <p:txBody>
          <a:bodyPr/>
          <a:lstStyle/>
          <a:p/>
        </p:txBody>
      </p:sp>
      <p:sp>
        <p:nvSpPr>
          <p:cNvPr id="7" name="Text Placeholder 6"/>
          <p:cNvSpPr>
            <a:spLocks noGrp="1"/>
          </p:cNvSpPr>
          <p:nvPr>
            <p:ph type="body" idx="6"/>
          </p:nvPr>
        </p:nvSpPr>
        <p:spPr/>
        <p:txBody>
          <a:bodyPr/>
          <a:lstStyle/>
          <a:p/>
        </p:txBody>
      </p:sp>
      <p:sp>
        <p:nvSpPr>
          <p:cNvPr id="8" name="Text Placeholder 7"/>
          <p:cNvSpPr>
            <a:spLocks noGrp="1"/>
          </p:cNvSpPr>
          <p:nvPr>
            <p:ph type="body" idx="7"/>
          </p:nvPr>
        </p:nvSpPr>
        <p:spPr/>
        <p:txBody>
          <a:bodyPr/>
          <a:lstStyle/>
          <a:p/>
        </p:txBody>
      </p:sp>
      <p:sp>
        <p:nvSpPr>
          <p:cNvPr id="9" name="Title 8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10" name="Rectangle 9"/>
          <p:cNvSpPr/>
          <p:nvPr/>
        </p:nvSpPr>
        <p:spPr>
          <a:xfrm>
            <a:off x="0" y="0"/>
            <a:ext cx="20116800" cy="1097280"/>
          </a:xfrm>
          <a:prstGeom prst="rect">
            <a:avLst/>
          </a:prstGeom>
          <a:solidFill>
            <a:srgbClr val="0F4C81"/>
          </a:solidFill>
          <a:ln>
            <a:solidFill>
              <a:srgbClr val="0F4C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286000"/>
            <a:ext cx="18288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800" b="1">
                <a:solidFill>
                  <a:srgbClr val="0F4C81"/>
                </a:solidFill>
              </a:defRPr>
            </a:pPr>
            <a:r>
              <a:t>Cybersecurity IS Failures &amp; Patient Satisfaction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114800"/>
            <a:ext cx="18288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282828"/>
                </a:solidFill>
              </a:defRPr>
            </a:pPr>
            <a:r>
              <a:t>A Small Community NP Clinic Case Study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943600"/>
            <a:ext cx="18288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282828"/>
                </a:solidFill>
              </a:defRPr>
            </a:pPr>
            <a:r>
              <a:t>Lavurn Nolen</a:t>
            </a:r>
          </a:p>
          <a:p>
            <a:pPr>
              <a:spcBef>
                <a:spcPts val="1200"/>
              </a:spcBef>
              <a:defRPr sz="1400">
                <a:solidFill>
                  <a:srgbClr val="B8860B"/>
                </a:solidFill>
              </a:defRPr>
            </a:pPr>
            <a:r>
              <a:t>Doctor of Business Administration | California Intercontinental University | October 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/>
        </p:txBody>
      </p:sp>
      <p:sp>
        <p:nvSpPr>
          <p:cNvPr id="5" name="Text Placeholder 4"/>
          <p:cNvSpPr>
            <a:spLocks noGrp="1"/>
          </p:cNvSpPr>
          <p:nvPr>
            <p:ph type="body" idx="4"/>
          </p:nvPr>
        </p:nvSpPr>
        <p:spPr/>
        <p:txBody>
          <a:bodyPr/>
          <a:lstStyle/>
          <a:p/>
        </p:txBody>
      </p:sp>
      <p:sp>
        <p:nvSpPr>
          <p:cNvPr id="6" name="Text Placeholder 5"/>
          <p:cNvSpPr>
            <a:spLocks noGrp="1"/>
          </p:cNvSpPr>
          <p:nvPr>
            <p:ph type="body" idx="5"/>
          </p:nvPr>
        </p:nvSpPr>
        <p:spPr/>
        <p:txBody>
          <a:bodyPr/>
          <a:lstStyle/>
          <a:p/>
        </p:txBody>
      </p:sp>
      <p:sp>
        <p:nvSpPr>
          <p:cNvPr id="7" name="Text Placeholder 6"/>
          <p:cNvSpPr>
            <a:spLocks noGrp="1"/>
          </p:cNvSpPr>
          <p:nvPr>
            <p:ph type="body" idx="6"/>
          </p:nvPr>
        </p:nvSpPr>
        <p:spPr/>
        <p:txBody>
          <a:bodyPr/>
          <a:lstStyle/>
          <a:p/>
        </p:txBody>
      </p:sp>
      <p:sp>
        <p:nvSpPr>
          <p:cNvPr id="8" name="Text Placeholder 7"/>
          <p:cNvSpPr>
            <a:spLocks noGrp="1"/>
          </p:cNvSpPr>
          <p:nvPr>
            <p:ph type="body" idx="7"/>
          </p:nvPr>
        </p:nvSpPr>
        <p:spPr/>
        <p:txBody>
          <a:bodyPr/>
          <a:lstStyle/>
          <a:p/>
        </p:txBody>
      </p:sp>
      <p:sp>
        <p:nvSpPr>
          <p:cNvPr id="9" name="Title 8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10" name="Rectangle 9"/>
          <p:cNvSpPr/>
          <p:nvPr/>
        </p:nvSpPr>
        <p:spPr>
          <a:xfrm>
            <a:off x="0" y="0"/>
            <a:ext cx="182880" cy="11338560"/>
          </a:xfrm>
          <a:prstGeom prst="rect">
            <a:avLst/>
          </a:prstGeom>
          <a:solidFill>
            <a:srgbClr val="0F4C81"/>
          </a:solidFill>
          <a:ln>
            <a:solidFill>
              <a:srgbClr val="0F4C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274320"/>
            <a:ext cx="19202400" cy="822960"/>
          </a:xfrm>
          <a:prstGeom prst="rect">
            <a:avLst/>
          </a:prstGeom>
          <a:solidFill>
            <a:srgbClr val="F2F6FB"/>
          </a:solidFill>
          <a:ln>
            <a:solidFill>
              <a:srgbClr val="F2F6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320040"/>
            <a:ext cx="18288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F4C81"/>
                </a:solidFill>
              </a:defRPr>
            </a:pPr>
            <a:r>
              <a:t>The Problem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1280160"/>
            <a:ext cx="17830800" cy="8686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282828"/>
                </a:solidFill>
              </a:defRPr>
            </a:pPr>
            <a:r>
              <a:t>• 133+ million patients affected by healthcare breaches in 2023</a:t>
            </a:r>
          </a:p>
          <a:p>
            <a:pPr>
              <a:spcAft>
                <a:spcPts val="1400"/>
              </a:spcAft>
              <a:defRPr sz="1800">
                <a:solidFill>
                  <a:srgbClr val="282828"/>
                </a:solidFill>
              </a:defRPr>
            </a:pPr>
            <a:r>
              <a:t>• Small clinics operate without dedicated IT staff or security budgets</a:t>
            </a:r>
          </a:p>
          <a:p>
            <a:pPr>
              <a:spcAft>
                <a:spcPts val="1400"/>
              </a:spcAft>
              <a:defRPr sz="1800">
                <a:solidFill>
                  <a:srgbClr val="282828"/>
                </a:solidFill>
              </a:defRPr>
            </a:pPr>
            <a:r>
              <a:t>• Hospital-focused research has not examined this in small outpatient settings</a:t>
            </a:r>
          </a:p>
          <a:p>
            <a:pPr>
              <a:spcAft>
                <a:spcPts val="1400"/>
              </a:spcAft>
              <a:defRPr sz="1800">
                <a:solidFill>
                  <a:srgbClr val="282828"/>
                </a:solidFill>
              </a:defRPr>
            </a:pPr>
            <a:r>
              <a:t>• Question: Does weak IS governance affect patient satisfaction?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10241280"/>
            <a:ext cx="17830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i="1">
                <a:solidFill>
                  <a:srgbClr val="646464"/>
                </a:solidFill>
              </a:defRPr>
            </a:pPr>
            <a:r>
              <a:t>(HHS, Office for Civil Rights, 2023)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/>
        </p:txBody>
      </p:sp>
      <p:sp>
        <p:nvSpPr>
          <p:cNvPr id="5" name="Text Placeholder 4"/>
          <p:cNvSpPr>
            <a:spLocks noGrp="1"/>
          </p:cNvSpPr>
          <p:nvPr>
            <p:ph type="body" idx="4"/>
          </p:nvPr>
        </p:nvSpPr>
        <p:spPr/>
        <p:txBody>
          <a:bodyPr/>
          <a:lstStyle/>
          <a:p/>
        </p:txBody>
      </p:sp>
      <p:sp>
        <p:nvSpPr>
          <p:cNvPr id="6" name="Text Placeholder 5"/>
          <p:cNvSpPr>
            <a:spLocks noGrp="1"/>
          </p:cNvSpPr>
          <p:nvPr>
            <p:ph type="body" idx="5"/>
          </p:nvPr>
        </p:nvSpPr>
        <p:spPr/>
        <p:txBody>
          <a:bodyPr/>
          <a:lstStyle/>
          <a:p/>
        </p:txBody>
      </p:sp>
      <p:sp>
        <p:nvSpPr>
          <p:cNvPr id="7" name="Text Placeholder 6"/>
          <p:cNvSpPr>
            <a:spLocks noGrp="1"/>
          </p:cNvSpPr>
          <p:nvPr>
            <p:ph type="body" idx="6"/>
          </p:nvPr>
        </p:nvSpPr>
        <p:spPr/>
        <p:txBody>
          <a:bodyPr/>
          <a:lstStyle/>
          <a:p/>
        </p:txBody>
      </p:sp>
      <p:sp>
        <p:nvSpPr>
          <p:cNvPr id="8" name="Text Placeholder 7"/>
          <p:cNvSpPr>
            <a:spLocks noGrp="1"/>
          </p:cNvSpPr>
          <p:nvPr>
            <p:ph type="body" idx="7"/>
          </p:nvPr>
        </p:nvSpPr>
        <p:spPr/>
        <p:txBody>
          <a:bodyPr/>
          <a:lstStyle/>
          <a:p/>
        </p:txBody>
      </p:sp>
      <p:sp>
        <p:nvSpPr>
          <p:cNvPr id="9" name="Title 8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10" name="Rectangle 9"/>
          <p:cNvSpPr/>
          <p:nvPr/>
        </p:nvSpPr>
        <p:spPr>
          <a:xfrm>
            <a:off x="0" y="0"/>
            <a:ext cx="182880" cy="11338560"/>
          </a:xfrm>
          <a:prstGeom prst="rect">
            <a:avLst/>
          </a:prstGeom>
          <a:solidFill>
            <a:srgbClr val="0F4C81"/>
          </a:solidFill>
          <a:ln>
            <a:solidFill>
              <a:srgbClr val="0F4C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274320"/>
            <a:ext cx="19202400" cy="822960"/>
          </a:xfrm>
          <a:prstGeom prst="rect">
            <a:avLst/>
          </a:prstGeom>
          <a:solidFill>
            <a:srgbClr val="F2F6FB"/>
          </a:solidFill>
          <a:ln>
            <a:solidFill>
              <a:srgbClr val="F2F6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320040"/>
            <a:ext cx="18288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F4C81"/>
                </a:solidFill>
              </a:defRPr>
            </a:pPr>
            <a:r>
              <a:t>Purpose &amp; Research Questions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1280160"/>
            <a:ext cx="17830800" cy="8686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282828"/>
                </a:solidFill>
              </a:defRPr>
            </a:pPr>
            <a:r>
              <a:t>Purpose: Examine how IS governance failures at NP Clinic impact patient satisfaction (CG-CAHPS)</a:t>
            </a:r>
          </a:p>
          <a:p>
            <a:pPr>
              <a:spcAft>
                <a:spcPts val="1400"/>
              </a:spcAft>
              <a:defRPr sz="1800">
                <a:solidFill>
                  <a:srgbClr val="282828"/>
                </a:solidFill>
              </a:defRPr>
            </a:pPr>
          </a:p>
          <a:p>
            <a:pPr>
              <a:spcAft>
                <a:spcPts val="1400"/>
              </a:spcAft>
              <a:defRPr sz="1800">
                <a:solidFill>
                  <a:srgbClr val="282828"/>
                </a:solidFill>
              </a:defRPr>
            </a:pPr>
            <a:r>
              <a:t>RQ1: How do staff characterize IS governance gaps and what prevents adoption of standards?</a:t>
            </a:r>
          </a:p>
          <a:p>
            <a:pPr>
              <a:spcAft>
                <a:spcPts val="1400"/>
              </a:spcAft>
              <a:defRPr sz="1800">
                <a:solidFill>
                  <a:srgbClr val="282828"/>
                </a:solidFill>
              </a:defRPr>
            </a:pPr>
          </a:p>
          <a:p>
            <a:pPr>
              <a:spcAft>
                <a:spcPts val="1400"/>
              </a:spcAft>
              <a:defRPr sz="1800">
                <a:solidFill>
                  <a:srgbClr val="282828"/>
                </a:solidFill>
              </a:defRPr>
            </a:pPr>
            <a:r>
              <a:t>RQ2: How does this governance gap affect the patient experience?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/>
        </p:txBody>
      </p:sp>
      <p:sp>
        <p:nvSpPr>
          <p:cNvPr id="5" name="Text Placeholder 4"/>
          <p:cNvSpPr>
            <a:spLocks noGrp="1"/>
          </p:cNvSpPr>
          <p:nvPr>
            <p:ph type="body" idx="4"/>
          </p:nvPr>
        </p:nvSpPr>
        <p:spPr/>
        <p:txBody>
          <a:bodyPr/>
          <a:lstStyle/>
          <a:p/>
        </p:txBody>
      </p:sp>
      <p:sp>
        <p:nvSpPr>
          <p:cNvPr id="6" name="Text Placeholder 5"/>
          <p:cNvSpPr>
            <a:spLocks noGrp="1"/>
          </p:cNvSpPr>
          <p:nvPr>
            <p:ph type="body" idx="5"/>
          </p:nvPr>
        </p:nvSpPr>
        <p:spPr/>
        <p:txBody>
          <a:bodyPr/>
          <a:lstStyle/>
          <a:p/>
        </p:txBody>
      </p:sp>
      <p:sp>
        <p:nvSpPr>
          <p:cNvPr id="7" name="Text Placeholder 6"/>
          <p:cNvSpPr>
            <a:spLocks noGrp="1"/>
          </p:cNvSpPr>
          <p:nvPr>
            <p:ph type="body" idx="6"/>
          </p:nvPr>
        </p:nvSpPr>
        <p:spPr/>
        <p:txBody>
          <a:bodyPr/>
          <a:lstStyle/>
          <a:p/>
        </p:txBody>
      </p:sp>
      <p:sp>
        <p:nvSpPr>
          <p:cNvPr id="8" name="Text Placeholder 7"/>
          <p:cNvSpPr>
            <a:spLocks noGrp="1"/>
          </p:cNvSpPr>
          <p:nvPr>
            <p:ph type="body" idx="7"/>
          </p:nvPr>
        </p:nvSpPr>
        <p:spPr/>
        <p:txBody>
          <a:bodyPr/>
          <a:lstStyle/>
          <a:p/>
        </p:txBody>
      </p:sp>
      <p:sp>
        <p:nvSpPr>
          <p:cNvPr id="9" name="Title 8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10" name="Rectangle 9"/>
          <p:cNvSpPr/>
          <p:nvPr/>
        </p:nvSpPr>
        <p:spPr>
          <a:xfrm>
            <a:off x="0" y="0"/>
            <a:ext cx="182880" cy="11338560"/>
          </a:xfrm>
          <a:prstGeom prst="rect">
            <a:avLst/>
          </a:prstGeom>
          <a:solidFill>
            <a:srgbClr val="0F4C81"/>
          </a:solidFill>
          <a:ln>
            <a:solidFill>
              <a:srgbClr val="0F4C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274320"/>
            <a:ext cx="19202400" cy="822960"/>
          </a:xfrm>
          <a:prstGeom prst="rect">
            <a:avLst/>
          </a:prstGeom>
          <a:solidFill>
            <a:srgbClr val="F2F6FB"/>
          </a:solidFill>
          <a:ln>
            <a:solidFill>
              <a:srgbClr val="F2F6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320040"/>
            <a:ext cx="18288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F4C81"/>
                </a:solidFill>
              </a:defRPr>
            </a:pPr>
            <a:r>
              <a:t>Why This Study Matters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1280160"/>
            <a:ext cx="17830800" cy="8686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282828"/>
                </a:solidFill>
              </a:defRPr>
            </a:pPr>
            <a:r>
              <a:t>• First study linking IS governance to patient satisfaction at small clinics using CG-CAHPS</a:t>
            </a:r>
          </a:p>
          <a:p>
            <a:pPr>
              <a:spcAft>
                <a:spcPts val="1400"/>
              </a:spcAft>
              <a:defRPr sz="1800">
                <a:solidFill>
                  <a:srgbClr val="282828"/>
                </a:solidFill>
              </a:defRPr>
            </a:pPr>
            <a:r>
              <a:t>• Extends hospital research to where most Americans receive routine care</a:t>
            </a:r>
          </a:p>
          <a:p>
            <a:pPr>
              <a:spcAft>
                <a:spcPts val="1400"/>
              </a:spcAft>
              <a:defRPr sz="1800">
                <a:solidFill>
                  <a:srgbClr val="282828"/>
                </a:solidFill>
              </a:defRPr>
            </a:pPr>
            <a:r>
              <a:t>• Provides realistic, resource-scaled recommendations</a:t>
            </a:r>
          </a:p>
          <a:p>
            <a:pPr>
              <a:spcAft>
                <a:spcPts val="1400"/>
              </a:spcAft>
              <a:defRPr sz="1800">
                <a:solidFill>
                  <a:srgbClr val="282828"/>
                </a:solidFill>
              </a:defRPr>
            </a:pPr>
            <a:r>
              <a:t>• Informs policy on cybersecurity expectations for small practices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/>
        </p:txBody>
      </p:sp>
      <p:sp>
        <p:nvSpPr>
          <p:cNvPr id="5" name="Text Placeholder 4"/>
          <p:cNvSpPr>
            <a:spLocks noGrp="1"/>
          </p:cNvSpPr>
          <p:nvPr>
            <p:ph type="body" idx="4"/>
          </p:nvPr>
        </p:nvSpPr>
        <p:spPr/>
        <p:txBody>
          <a:bodyPr/>
          <a:lstStyle/>
          <a:p/>
        </p:txBody>
      </p:sp>
      <p:sp>
        <p:nvSpPr>
          <p:cNvPr id="6" name="Text Placeholder 5"/>
          <p:cNvSpPr>
            <a:spLocks noGrp="1"/>
          </p:cNvSpPr>
          <p:nvPr>
            <p:ph type="body" idx="5"/>
          </p:nvPr>
        </p:nvSpPr>
        <p:spPr/>
        <p:txBody>
          <a:bodyPr/>
          <a:lstStyle/>
          <a:p/>
        </p:txBody>
      </p:sp>
      <p:sp>
        <p:nvSpPr>
          <p:cNvPr id="7" name="Text Placeholder 6"/>
          <p:cNvSpPr>
            <a:spLocks noGrp="1"/>
          </p:cNvSpPr>
          <p:nvPr>
            <p:ph type="body" idx="6"/>
          </p:nvPr>
        </p:nvSpPr>
        <p:spPr/>
        <p:txBody>
          <a:bodyPr/>
          <a:lstStyle/>
          <a:p/>
        </p:txBody>
      </p:sp>
      <p:sp>
        <p:nvSpPr>
          <p:cNvPr id="8" name="Text Placeholder 7"/>
          <p:cNvSpPr>
            <a:spLocks noGrp="1"/>
          </p:cNvSpPr>
          <p:nvPr>
            <p:ph type="body" idx="7"/>
          </p:nvPr>
        </p:nvSpPr>
        <p:spPr/>
        <p:txBody>
          <a:bodyPr/>
          <a:lstStyle/>
          <a:p/>
        </p:txBody>
      </p:sp>
      <p:sp>
        <p:nvSpPr>
          <p:cNvPr id="9" name="Title 8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10" name="Rectangle 9"/>
          <p:cNvSpPr/>
          <p:nvPr/>
        </p:nvSpPr>
        <p:spPr>
          <a:xfrm>
            <a:off x="0" y="0"/>
            <a:ext cx="182880" cy="11338560"/>
          </a:xfrm>
          <a:prstGeom prst="rect">
            <a:avLst/>
          </a:prstGeom>
          <a:solidFill>
            <a:srgbClr val="0F4C81"/>
          </a:solidFill>
          <a:ln>
            <a:solidFill>
              <a:srgbClr val="0F4C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274320"/>
            <a:ext cx="19202400" cy="822960"/>
          </a:xfrm>
          <a:prstGeom prst="rect">
            <a:avLst/>
          </a:prstGeom>
          <a:solidFill>
            <a:srgbClr val="F2F6FB"/>
          </a:solidFill>
          <a:ln>
            <a:solidFill>
              <a:srgbClr val="F2F6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320040"/>
            <a:ext cx="18288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F4C81"/>
                </a:solidFill>
              </a:defRPr>
            </a:pPr>
            <a:r>
              <a:t>What Literature Tells Us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1280160"/>
            <a:ext cx="17830800" cy="8686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282828"/>
                </a:solidFill>
              </a:defRPr>
            </a:pPr>
            <a:r>
              <a:t>• Hospital studies: Cybersecurity breaches lead to operational disruption (Choi et al., 2019)</a:t>
            </a:r>
          </a:p>
          <a:p>
            <a:pPr>
              <a:spcAft>
                <a:spcPts val="1400"/>
              </a:spcAft>
              <a:defRPr sz="1800">
                <a:solidFill>
                  <a:srgbClr val="282828"/>
                </a:solidFill>
              </a:defRPr>
            </a:pPr>
            <a:r>
              <a:t>• Downstream effect: Disruptions reach patients through care delays (Argaw et al., 2020)</a:t>
            </a:r>
          </a:p>
          <a:p>
            <a:pPr>
              <a:spcAft>
                <a:spcPts val="1400"/>
              </a:spcAft>
              <a:defRPr sz="1800">
                <a:solidFill>
                  <a:srgbClr val="282828"/>
                </a:solidFill>
              </a:defRPr>
            </a:pPr>
            <a:r>
              <a:t>• Human factor: Organizational culture &amp; time constraints shape outcomes (Nifakos et al., 2021)</a:t>
            </a:r>
          </a:p>
          <a:p>
            <a:pPr>
              <a:spcAft>
                <a:spcPts val="1400"/>
              </a:spcAft>
              <a:defRPr sz="1800">
                <a:solidFill>
                  <a:srgbClr val="282828"/>
                </a:solidFill>
              </a:defRPr>
            </a:pPr>
            <a:r>
              <a:t>• Gap: No research at small independent practices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10241280"/>
            <a:ext cx="17830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i="1">
                <a:solidFill>
                  <a:srgbClr val="646464"/>
                </a:solidFill>
              </a:defRPr>
            </a:pPr>
            <a:r>
              <a:t>(Choi et al., 2019; Argaw et al., 2020; Nifakos et al., 2021)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/>
        </p:txBody>
      </p:sp>
      <p:sp>
        <p:nvSpPr>
          <p:cNvPr id="5" name="Text Placeholder 4"/>
          <p:cNvSpPr>
            <a:spLocks noGrp="1"/>
          </p:cNvSpPr>
          <p:nvPr>
            <p:ph type="body" idx="4"/>
          </p:nvPr>
        </p:nvSpPr>
        <p:spPr/>
        <p:txBody>
          <a:bodyPr/>
          <a:lstStyle/>
          <a:p/>
        </p:txBody>
      </p:sp>
      <p:sp>
        <p:nvSpPr>
          <p:cNvPr id="6" name="Text Placeholder 5"/>
          <p:cNvSpPr>
            <a:spLocks noGrp="1"/>
          </p:cNvSpPr>
          <p:nvPr>
            <p:ph type="body" idx="5"/>
          </p:nvPr>
        </p:nvSpPr>
        <p:spPr/>
        <p:txBody>
          <a:bodyPr/>
          <a:lstStyle/>
          <a:p/>
        </p:txBody>
      </p:sp>
      <p:sp>
        <p:nvSpPr>
          <p:cNvPr id="7" name="Text Placeholder 6"/>
          <p:cNvSpPr>
            <a:spLocks noGrp="1"/>
          </p:cNvSpPr>
          <p:nvPr>
            <p:ph type="body" idx="6"/>
          </p:nvPr>
        </p:nvSpPr>
        <p:spPr/>
        <p:txBody>
          <a:bodyPr/>
          <a:lstStyle/>
          <a:p/>
        </p:txBody>
      </p:sp>
      <p:sp>
        <p:nvSpPr>
          <p:cNvPr id="8" name="Text Placeholder 7"/>
          <p:cNvSpPr>
            <a:spLocks noGrp="1"/>
          </p:cNvSpPr>
          <p:nvPr>
            <p:ph type="body" idx="7"/>
          </p:nvPr>
        </p:nvSpPr>
        <p:spPr/>
        <p:txBody>
          <a:bodyPr/>
          <a:lstStyle/>
          <a:p/>
        </p:txBody>
      </p:sp>
      <p:sp>
        <p:nvSpPr>
          <p:cNvPr id="9" name="Title 8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10" name="Rectangle 9"/>
          <p:cNvSpPr/>
          <p:nvPr/>
        </p:nvSpPr>
        <p:spPr>
          <a:xfrm>
            <a:off x="0" y="0"/>
            <a:ext cx="182880" cy="11338560"/>
          </a:xfrm>
          <a:prstGeom prst="rect">
            <a:avLst/>
          </a:prstGeom>
          <a:solidFill>
            <a:srgbClr val="0F4C81"/>
          </a:solidFill>
          <a:ln>
            <a:solidFill>
              <a:srgbClr val="0F4C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274320"/>
            <a:ext cx="19202400" cy="822960"/>
          </a:xfrm>
          <a:prstGeom prst="rect">
            <a:avLst/>
          </a:prstGeom>
          <a:solidFill>
            <a:srgbClr val="F2F6FB"/>
          </a:solidFill>
          <a:ln>
            <a:solidFill>
              <a:srgbClr val="F2F6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320040"/>
            <a:ext cx="18288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F4C81"/>
                </a:solidFill>
              </a:defRPr>
            </a:pPr>
            <a:r>
              <a:t>Methodology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1280160"/>
            <a:ext cx="17830800" cy="8686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282828"/>
                </a:solidFill>
              </a:defRPr>
            </a:pPr>
            <a:r>
              <a:t>• Design: Qualitative single case study</a:t>
            </a:r>
          </a:p>
          <a:p>
            <a:pPr>
              <a:spcAft>
                <a:spcPts val="1400"/>
              </a:spcAft>
              <a:defRPr sz="1800">
                <a:solidFill>
                  <a:srgbClr val="282828"/>
                </a:solidFill>
              </a:defRPr>
            </a:pPr>
            <a:r>
              <a:t>• Sample: 7 completed interviews from NP Clinic staff</a:t>
            </a:r>
          </a:p>
          <a:p>
            <a:pPr>
              <a:spcAft>
                <a:spcPts val="1400"/>
              </a:spcAft>
              <a:defRPr sz="1800">
                <a:solidFill>
                  <a:srgbClr val="282828"/>
                </a:solidFill>
              </a:defRPr>
            </a:pPr>
            <a:r>
              <a:t>  – Track A: 2 IT/cybersecurity staff</a:t>
            </a:r>
          </a:p>
          <a:p>
            <a:pPr>
              <a:spcAft>
                <a:spcPts val="1400"/>
              </a:spcAft>
              <a:defRPr sz="1800">
                <a:solidFill>
                  <a:srgbClr val="282828"/>
                </a:solidFill>
              </a:defRPr>
            </a:pPr>
            <a:r>
              <a:t>  – Track B: 5 clinical staff</a:t>
            </a:r>
          </a:p>
          <a:p>
            <a:pPr>
              <a:spcAft>
                <a:spcPts val="1400"/>
              </a:spcAft>
              <a:defRPr sz="1800">
                <a:solidFill>
                  <a:srgbClr val="282828"/>
                </a:solidFill>
              </a:defRPr>
            </a:pPr>
            <a:r>
              <a:t>• Data Analysis: Reflexive thematic analysis</a:t>
            </a:r>
          </a:p>
          <a:p>
            <a:pPr>
              <a:spcAft>
                <a:spcPts val="1400"/>
              </a:spcAft>
              <a:defRPr sz="1800">
                <a:solidFill>
                  <a:srgbClr val="282828"/>
                </a:solidFill>
              </a:defRPr>
            </a:pPr>
            <a:r>
              <a:t>• Framework: NIST, HIPAA, HICP standards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10241280"/>
            <a:ext cx="17830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i="1">
                <a:solidFill>
                  <a:srgbClr val="646464"/>
                </a:solidFill>
              </a:defRPr>
            </a:pPr>
            <a:r>
              <a:t>(Braun &amp; Clarke, 2021)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/>
        </p:txBody>
      </p:sp>
      <p:sp>
        <p:nvSpPr>
          <p:cNvPr id="5" name="Text Placeholder 4"/>
          <p:cNvSpPr>
            <a:spLocks noGrp="1"/>
          </p:cNvSpPr>
          <p:nvPr>
            <p:ph type="body" idx="4"/>
          </p:nvPr>
        </p:nvSpPr>
        <p:spPr/>
        <p:txBody>
          <a:bodyPr/>
          <a:lstStyle/>
          <a:p/>
        </p:txBody>
      </p:sp>
      <p:sp>
        <p:nvSpPr>
          <p:cNvPr id="6" name="Text Placeholder 5"/>
          <p:cNvSpPr>
            <a:spLocks noGrp="1"/>
          </p:cNvSpPr>
          <p:nvPr>
            <p:ph type="body" idx="5"/>
          </p:nvPr>
        </p:nvSpPr>
        <p:spPr/>
        <p:txBody>
          <a:bodyPr/>
          <a:lstStyle/>
          <a:p/>
        </p:txBody>
      </p:sp>
      <p:sp>
        <p:nvSpPr>
          <p:cNvPr id="7" name="Text Placeholder 6"/>
          <p:cNvSpPr>
            <a:spLocks noGrp="1"/>
          </p:cNvSpPr>
          <p:nvPr>
            <p:ph type="body" idx="6"/>
          </p:nvPr>
        </p:nvSpPr>
        <p:spPr/>
        <p:txBody>
          <a:bodyPr/>
          <a:lstStyle/>
          <a:p/>
        </p:txBody>
      </p:sp>
      <p:sp>
        <p:nvSpPr>
          <p:cNvPr id="8" name="Text Placeholder 7"/>
          <p:cNvSpPr>
            <a:spLocks noGrp="1"/>
          </p:cNvSpPr>
          <p:nvPr>
            <p:ph type="body" idx="7"/>
          </p:nvPr>
        </p:nvSpPr>
        <p:spPr/>
        <p:txBody>
          <a:bodyPr/>
          <a:lstStyle/>
          <a:p/>
        </p:txBody>
      </p:sp>
      <p:sp>
        <p:nvSpPr>
          <p:cNvPr id="9" name="Title 8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10" name="Rectangle 9"/>
          <p:cNvSpPr/>
          <p:nvPr/>
        </p:nvSpPr>
        <p:spPr>
          <a:xfrm>
            <a:off x="0" y="0"/>
            <a:ext cx="182880" cy="11338560"/>
          </a:xfrm>
          <a:prstGeom prst="rect">
            <a:avLst/>
          </a:prstGeom>
          <a:solidFill>
            <a:srgbClr val="0F4C81"/>
          </a:solidFill>
          <a:ln>
            <a:solidFill>
              <a:srgbClr val="0F4C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274320"/>
            <a:ext cx="19202400" cy="822960"/>
          </a:xfrm>
          <a:prstGeom prst="rect">
            <a:avLst/>
          </a:prstGeom>
          <a:solidFill>
            <a:srgbClr val="F2F6FB"/>
          </a:solidFill>
          <a:ln>
            <a:solidFill>
              <a:srgbClr val="F2F6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320040"/>
            <a:ext cx="18288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F4C81"/>
                </a:solidFill>
              </a:defRPr>
            </a:pPr>
            <a:r>
              <a:t>Finding 1: Governance Vacuum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1280160"/>
            <a:ext cx="17830800" cy="8686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282828"/>
                </a:solidFill>
              </a:defRPr>
            </a:pPr>
            <a:r>
              <a:t>• No formal IS governance structure exists</a:t>
            </a:r>
          </a:p>
          <a:p>
            <a:pPr>
              <a:spcAft>
                <a:spcPts val="1400"/>
              </a:spcAft>
              <a:defRPr sz="1800">
                <a:solidFill>
                  <a:srgbClr val="282828"/>
                </a:solidFill>
              </a:defRPr>
            </a:pPr>
            <a:r>
              <a:t>• Technology decisions driven by immediate operational need</a:t>
            </a:r>
          </a:p>
          <a:p>
            <a:pPr>
              <a:spcAft>
                <a:spcPts val="1400"/>
              </a:spcAft>
              <a:defRPr sz="1800">
                <a:solidFill>
                  <a:srgbClr val="282828"/>
                </a:solidFill>
              </a:defRPr>
            </a:pPr>
            <a:r>
              <a:t>• Practice owner unaware of HIPAA or other cybersecurity requirements</a:t>
            </a:r>
          </a:p>
          <a:p>
            <a:pPr>
              <a:spcAft>
                <a:spcPts val="1400"/>
              </a:spcAft>
              <a:defRPr sz="1800">
                <a:solidFill>
                  <a:srgbClr val="282828"/>
                </a:solidFill>
              </a:defRPr>
            </a:pPr>
            <a:r>
              <a:t>• No incident response plan or documented security procedures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/>
        </p:txBody>
      </p:sp>
      <p:sp>
        <p:nvSpPr>
          <p:cNvPr id="5" name="Text Placeholder 4"/>
          <p:cNvSpPr>
            <a:spLocks noGrp="1"/>
          </p:cNvSpPr>
          <p:nvPr>
            <p:ph type="body" idx="4"/>
          </p:nvPr>
        </p:nvSpPr>
        <p:spPr/>
        <p:txBody>
          <a:bodyPr/>
          <a:lstStyle/>
          <a:p/>
        </p:txBody>
      </p:sp>
      <p:sp>
        <p:nvSpPr>
          <p:cNvPr id="6" name="Text Placeholder 5"/>
          <p:cNvSpPr>
            <a:spLocks noGrp="1"/>
          </p:cNvSpPr>
          <p:nvPr>
            <p:ph type="body" idx="5"/>
          </p:nvPr>
        </p:nvSpPr>
        <p:spPr/>
        <p:txBody>
          <a:bodyPr/>
          <a:lstStyle/>
          <a:p/>
        </p:txBody>
      </p:sp>
      <p:sp>
        <p:nvSpPr>
          <p:cNvPr id="7" name="Text Placeholder 6"/>
          <p:cNvSpPr>
            <a:spLocks noGrp="1"/>
          </p:cNvSpPr>
          <p:nvPr>
            <p:ph type="body" idx="6"/>
          </p:nvPr>
        </p:nvSpPr>
        <p:spPr/>
        <p:txBody>
          <a:bodyPr/>
          <a:lstStyle/>
          <a:p/>
        </p:txBody>
      </p:sp>
      <p:sp>
        <p:nvSpPr>
          <p:cNvPr id="8" name="Text Placeholder 7"/>
          <p:cNvSpPr>
            <a:spLocks noGrp="1"/>
          </p:cNvSpPr>
          <p:nvPr>
            <p:ph type="body" idx="7"/>
          </p:nvPr>
        </p:nvSpPr>
        <p:spPr/>
        <p:txBody>
          <a:bodyPr/>
          <a:lstStyle/>
          <a:p/>
        </p:txBody>
      </p:sp>
      <p:sp>
        <p:nvSpPr>
          <p:cNvPr id="9" name="Title 8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10" name="Rectangle 9"/>
          <p:cNvSpPr/>
          <p:nvPr/>
        </p:nvSpPr>
        <p:spPr>
          <a:xfrm>
            <a:off x="0" y="0"/>
            <a:ext cx="182880" cy="11338560"/>
          </a:xfrm>
          <a:prstGeom prst="rect">
            <a:avLst/>
          </a:prstGeom>
          <a:solidFill>
            <a:srgbClr val="0F4C81"/>
          </a:solidFill>
          <a:ln>
            <a:solidFill>
              <a:srgbClr val="0F4C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274320"/>
            <a:ext cx="19202400" cy="822960"/>
          </a:xfrm>
          <a:prstGeom prst="rect">
            <a:avLst/>
          </a:prstGeom>
          <a:solidFill>
            <a:srgbClr val="F2F6FB"/>
          </a:solidFill>
          <a:ln>
            <a:solidFill>
              <a:srgbClr val="F2F6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320040"/>
            <a:ext cx="18288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F4C81"/>
                </a:solidFill>
              </a:defRPr>
            </a:pPr>
            <a:r>
              <a:t>Finding 2: Knowledge Without Documentation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1280160"/>
            <a:ext cx="17830800" cy="8686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282828"/>
                </a:solidFill>
              </a:defRPr>
            </a:pPr>
            <a:r>
              <a:t>• IT staff know frameworks but nothing is written down</a:t>
            </a:r>
          </a:p>
          <a:p>
            <a:pPr>
              <a:spcAft>
                <a:spcPts val="1400"/>
              </a:spcAft>
              <a:defRPr sz="1800">
                <a:solidFill>
                  <a:srgbClr val="282828"/>
                </a:solidFill>
              </a:defRPr>
            </a:pPr>
            <a:r>
              <a:t>• Knowledge lives in individuals, not institutional processes</a:t>
            </a:r>
          </a:p>
          <a:p>
            <a:pPr>
              <a:spcAft>
                <a:spcPts val="1400"/>
              </a:spcAft>
              <a:defRPr sz="1800">
                <a:solidFill>
                  <a:srgbClr val="282828"/>
                </a:solidFill>
              </a:defRPr>
            </a:pPr>
            <a:r>
              <a:t>• New staff and transitions become vulnerability points</a:t>
            </a:r>
          </a:p>
          <a:p>
            <a:pPr>
              <a:spcAft>
                <a:spcPts val="1400"/>
              </a:spcAft>
              <a:defRPr sz="1800">
                <a:solidFill>
                  <a:srgbClr val="282828"/>
                </a:solidFill>
              </a:defRPr>
            </a:pPr>
            <a:r>
              <a:t>• Framework awareness does not translate to implementation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/>
        </p:txBody>
      </p:sp>
      <p:sp>
        <p:nvSpPr>
          <p:cNvPr id="5" name="Text Placeholder 4"/>
          <p:cNvSpPr>
            <a:spLocks noGrp="1"/>
          </p:cNvSpPr>
          <p:nvPr>
            <p:ph type="body" idx="4"/>
          </p:nvPr>
        </p:nvSpPr>
        <p:spPr/>
        <p:txBody>
          <a:bodyPr/>
          <a:lstStyle/>
          <a:p/>
        </p:txBody>
      </p:sp>
      <p:sp>
        <p:nvSpPr>
          <p:cNvPr id="6" name="Text Placeholder 5"/>
          <p:cNvSpPr>
            <a:spLocks noGrp="1"/>
          </p:cNvSpPr>
          <p:nvPr>
            <p:ph type="body" idx="5"/>
          </p:nvPr>
        </p:nvSpPr>
        <p:spPr/>
        <p:txBody>
          <a:bodyPr/>
          <a:lstStyle/>
          <a:p/>
        </p:txBody>
      </p:sp>
      <p:sp>
        <p:nvSpPr>
          <p:cNvPr id="7" name="Text Placeholder 6"/>
          <p:cNvSpPr>
            <a:spLocks noGrp="1"/>
          </p:cNvSpPr>
          <p:nvPr>
            <p:ph type="body" idx="6"/>
          </p:nvPr>
        </p:nvSpPr>
        <p:spPr/>
        <p:txBody>
          <a:bodyPr/>
          <a:lstStyle/>
          <a:p/>
        </p:txBody>
      </p:sp>
      <p:sp>
        <p:nvSpPr>
          <p:cNvPr id="8" name="Text Placeholder 7"/>
          <p:cNvSpPr>
            <a:spLocks noGrp="1"/>
          </p:cNvSpPr>
          <p:nvPr>
            <p:ph type="body" idx="7"/>
          </p:nvPr>
        </p:nvSpPr>
        <p:spPr/>
        <p:txBody>
          <a:bodyPr/>
          <a:lstStyle/>
          <a:p/>
        </p:txBody>
      </p:sp>
      <p:sp>
        <p:nvSpPr>
          <p:cNvPr id="9" name="Title 8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10" name="Rectangle 9"/>
          <p:cNvSpPr/>
          <p:nvPr/>
        </p:nvSpPr>
        <p:spPr>
          <a:xfrm>
            <a:off x="0" y="0"/>
            <a:ext cx="182880" cy="11338560"/>
          </a:xfrm>
          <a:prstGeom prst="rect">
            <a:avLst/>
          </a:prstGeom>
          <a:solidFill>
            <a:srgbClr val="0F4C81"/>
          </a:solidFill>
          <a:ln>
            <a:solidFill>
              <a:srgbClr val="0F4C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274320"/>
            <a:ext cx="19202400" cy="822960"/>
          </a:xfrm>
          <a:prstGeom prst="rect">
            <a:avLst/>
          </a:prstGeom>
          <a:solidFill>
            <a:srgbClr val="F2F6FB"/>
          </a:solidFill>
          <a:ln>
            <a:solidFill>
              <a:srgbClr val="F2F6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320040"/>
            <a:ext cx="18288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F4C81"/>
                </a:solidFill>
              </a:defRPr>
            </a:pPr>
            <a:r>
              <a:t>Finding 3: Vendor Dependency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1280160"/>
            <a:ext cx="17830800" cy="8686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282828"/>
                </a:solidFill>
              </a:defRPr>
            </a:pPr>
            <a:r>
              <a:t>• EHR and scheduling systems hosted by vendors</a:t>
            </a:r>
          </a:p>
          <a:p>
            <a:pPr>
              <a:spcAft>
                <a:spcPts val="1400"/>
              </a:spcAft>
              <a:defRPr sz="1800">
                <a:solidFill>
                  <a:srgbClr val="282828"/>
                </a:solidFill>
              </a:defRPr>
            </a:pPr>
            <a:r>
              <a:t>• Clinic has minimal visibility into security configurations</a:t>
            </a:r>
          </a:p>
          <a:p>
            <a:pPr>
              <a:spcAft>
                <a:spcPts val="1400"/>
              </a:spcAft>
              <a:defRPr sz="1800">
                <a:solidFill>
                  <a:srgbClr val="282828"/>
                </a:solidFill>
              </a:defRPr>
            </a:pPr>
            <a:r>
              <a:t>• Outages beyond clinic control</a:t>
            </a:r>
          </a:p>
          <a:p>
            <a:pPr>
              <a:spcAft>
                <a:spcPts val="1400"/>
              </a:spcAft>
              <a:defRPr sz="1800">
                <a:solidFill>
                  <a:srgbClr val="282828"/>
                </a:solidFill>
              </a:defRPr>
            </a:pPr>
            <a:r>
              <a:t>• Limited ability to implement local security controls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/>
        </p:txBody>
      </p:sp>
      <p:sp>
        <p:nvSpPr>
          <p:cNvPr id="5" name="Text Placeholder 4"/>
          <p:cNvSpPr>
            <a:spLocks noGrp="1"/>
          </p:cNvSpPr>
          <p:nvPr>
            <p:ph type="body" idx="4"/>
          </p:nvPr>
        </p:nvSpPr>
        <p:spPr/>
        <p:txBody>
          <a:bodyPr/>
          <a:lstStyle/>
          <a:p/>
        </p:txBody>
      </p:sp>
      <p:sp>
        <p:nvSpPr>
          <p:cNvPr id="6" name="Text Placeholder 5"/>
          <p:cNvSpPr>
            <a:spLocks noGrp="1"/>
          </p:cNvSpPr>
          <p:nvPr>
            <p:ph type="body" idx="5"/>
          </p:nvPr>
        </p:nvSpPr>
        <p:spPr/>
        <p:txBody>
          <a:bodyPr/>
          <a:lstStyle/>
          <a:p/>
        </p:txBody>
      </p:sp>
      <p:sp>
        <p:nvSpPr>
          <p:cNvPr id="7" name="Text Placeholder 6"/>
          <p:cNvSpPr>
            <a:spLocks noGrp="1"/>
          </p:cNvSpPr>
          <p:nvPr>
            <p:ph type="body" idx="6"/>
          </p:nvPr>
        </p:nvSpPr>
        <p:spPr/>
        <p:txBody>
          <a:bodyPr/>
          <a:lstStyle/>
          <a:p/>
        </p:txBody>
      </p:sp>
      <p:sp>
        <p:nvSpPr>
          <p:cNvPr id="8" name="Text Placeholder 7"/>
          <p:cNvSpPr>
            <a:spLocks noGrp="1"/>
          </p:cNvSpPr>
          <p:nvPr>
            <p:ph type="body" idx="7"/>
          </p:nvPr>
        </p:nvSpPr>
        <p:spPr/>
        <p:txBody>
          <a:bodyPr/>
          <a:lstStyle/>
          <a:p/>
        </p:txBody>
      </p:sp>
      <p:sp>
        <p:nvSpPr>
          <p:cNvPr id="9" name="Title 8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10" name="Rectangle 9"/>
          <p:cNvSpPr/>
          <p:nvPr/>
        </p:nvSpPr>
        <p:spPr>
          <a:xfrm>
            <a:off x="0" y="0"/>
            <a:ext cx="182880" cy="11338560"/>
          </a:xfrm>
          <a:prstGeom prst="rect">
            <a:avLst/>
          </a:prstGeom>
          <a:solidFill>
            <a:srgbClr val="0F4C81"/>
          </a:solidFill>
          <a:ln>
            <a:solidFill>
              <a:srgbClr val="0F4C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274320"/>
            <a:ext cx="19202400" cy="822960"/>
          </a:xfrm>
          <a:prstGeom prst="rect">
            <a:avLst/>
          </a:prstGeom>
          <a:solidFill>
            <a:srgbClr val="F2F6FB"/>
          </a:solidFill>
          <a:ln>
            <a:solidFill>
              <a:srgbClr val="F2F6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320040"/>
            <a:ext cx="18288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F4C81"/>
                </a:solidFill>
              </a:defRPr>
            </a:pPr>
            <a:r>
              <a:t>Finding 4: Time as Currency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1280160"/>
            <a:ext cx="17830800" cy="8686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282828"/>
                </a:solidFill>
              </a:defRPr>
            </a:pPr>
            <a:r>
              <a:t>• Clinical obligations take priority over all other work</a:t>
            </a:r>
          </a:p>
          <a:p>
            <a:pPr>
              <a:spcAft>
                <a:spcPts val="1400"/>
              </a:spcAft>
              <a:defRPr sz="1800">
                <a:solidFill>
                  <a:srgbClr val="282828"/>
                </a:solidFill>
              </a:defRPr>
            </a:pPr>
            <a:r>
              <a:t>• No dedicated IT staff means security falls to clinicians</a:t>
            </a:r>
          </a:p>
          <a:p>
            <a:pPr>
              <a:spcAft>
                <a:spcPts val="1400"/>
              </a:spcAft>
              <a:defRPr sz="1800">
                <a:solidFill>
                  <a:srgbClr val="282828"/>
                </a:solidFill>
              </a:defRPr>
            </a:pPr>
            <a:r>
              <a:t>• Technology maintenance competes directly with patient care</a:t>
            </a:r>
          </a:p>
          <a:p>
            <a:pPr>
              <a:spcAft>
                <a:spcPts val="1400"/>
              </a:spcAft>
              <a:defRPr sz="1800">
                <a:solidFill>
                  <a:srgbClr val="282828"/>
                </a:solidFill>
              </a:defRPr>
            </a:pPr>
            <a:r>
              <a:t>• Organizational capacity to implement new practices severely limited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/>
        </p:txBody>
      </p:sp>
      <p:sp>
        <p:nvSpPr>
          <p:cNvPr id="5" name="Text Placeholder 4"/>
          <p:cNvSpPr>
            <a:spLocks noGrp="1"/>
          </p:cNvSpPr>
          <p:nvPr>
            <p:ph type="body" idx="4"/>
          </p:nvPr>
        </p:nvSpPr>
        <p:spPr/>
        <p:txBody>
          <a:bodyPr/>
          <a:lstStyle/>
          <a:p/>
        </p:txBody>
      </p:sp>
      <p:sp>
        <p:nvSpPr>
          <p:cNvPr id="6" name="Text Placeholder 5"/>
          <p:cNvSpPr>
            <a:spLocks noGrp="1"/>
          </p:cNvSpPr>
          <p:nvPr>
            <p:ph type="body" idx="5"/>
          </p:nvPr>
        </p:nvSpPr>
        <p:spPr/>
        <p:txBody>
          <a:bodyPr/>
          <a:lstStyle/>
          <a:p/>
        </p:txBody>
      </p:sp>
      <p:sp>
        <p:nvSpPr>
          <p:cNvPr id="7" name="Text Placeholder 6"/>
          <p:cNvSpPr>
            <a:spLocks noGrp="1"/>
          </p:cNvSpPr>
          <p:nvPr>
            <p:ph type="body" idx="6"/>
          </p:nvPr>
        </p:nvSpPr>
        <p:spPr/>
        <p:txBody>
          <a:bodyPr/>
          <a:lstStyle/>
          <a:p/>
        </p:txBody>
      </p:sp>
      <p:sp>
        <p:nvSpPr>
          <p:cNvPr id="8" name="Text Placeholder 7"/>
          <p:cNvSpPr>
            <a:spLocks noGrp="1"/>
          </p:cNvSpPr>
          <p:nvPr>
            <p:ph type="body" idx="7"/>
          </p:nvPr>
        </p:nvSpPr>
        <p:spPr/>
        <p:txBody>
          <a:bodyPr/>
          <a:lstStyle/>
          <a:p/>
        </p:txBody>
      </p:sp>
      <p:sp>
        <p:nvSpPr>
          <p:cNvPr id="9" name="Title 8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10" name="Rectangle 9"/>
          <p:cNvSpPr/>
          <p:nvPr/>
        </p:nvSpPr>
        <p:spPr>
          <a:xfrm>
            <a:off x="0" y="0"/>
            <a:ext cx="182880" cy="11338560"/>
          </a:xfrm>
          <a:prstGeom prst="rect">
            <a:avLst/>
          </a:prstGeom>
          <a:solidFill>
            <a:srgbClr val="0F4C81"/>
          </a:solidFill>
          <a:ln>
            <a:solidFill>
              <a:srgbClr val="0F4C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274320"/>
            <a:ext cx="19202400" cy="822960"/>
          </a:xfrm>
          <a:prstGeom prst="rect">
            <a:avLst/>
          </a:prstGeom>
          <a:solidFill>
            <a:srgbClr val="F2F6FB"/>
          </a:solidFill>
          <a:ln>
            <a:solidFill>
              <a:srgbClr val="F2F6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320040"/>
            <a:ext cx="18288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F4C81"/>
                </a:solidFill>
              </a:defRPr>
            </a:pPr>
            <a:r>
              <a:t>Finding 5: Workarounds Mask Severity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1280160"/>
            <a:ext cx="17830800" cy="8686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282828"/>
                </a:solidFill>
              </a:defRPr>
            </a:pPr>
            <a:r>
              <a:t>• EHR outages trigger immediate shift to paper</a:t>
            </a:r>
          </a:p>
          <a:p>
            <a:pPr>
              <a:spcAft>
                <a:spcPts val="1400"/>
              </a:spcAft>
              <a:defRPr sz="1800">
                <a:solidFill>
                  <a:srgbClr val="282828"/>
                </a:solidFill>
              </a:defRPr>
            </a:pPr>
            <a:r>
              <a:t>• Staff normalize workarounds as inevitable</a:t>
            </a:r>
          </a:p>
          <a:p>
            <a:pPr>
              <a:spcAft>
                <a:spcPts val="1400"/>
              </a:spcAft>
              <a:defRPr sz="1800">
                <a:solidFill>
                  <a:srgbClr val="282828"/>
                </a:solidFill>
              </a:defRPr>
            </a:pPr>
            <a:r>
              <a:t>• Workarounds consume time, create care continuity gaps</a:t>
            </a:r>
          </a:p>
          <a:p>
            <a:pPr>
              <a:spcAft>
                <a:spcPts val="1400"/>
              </a:spcAft>
              <a:defRPr sz="1800">
                <a:solidFill>
                  <a:srgbClr val="282828"/>
                </a:solidFill>
              </a:defRPr>
            </a:pPr>
            <a:r>
              <a:t>• Informal detection of incidents (systems down, users call)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/>
        </p:txBody>
      </p:sp>
      <p:sp>
        <p:nvSpPr>
          <p:cNvPr id="5" name="Text Placeholder 4"/>
          <p:cNvSpPr>
            <a:spLocks noGrp="1"/>
          </p:cNvSpPr>
          <p:nvPr>
            <p:ph type="body" idx="4"/>
          </p:nvPr>
        </p:nvSpPr>
        <p:spPr/>
        <p:txBody>
          <a:bodyPr/>
          <a:lstStyle/>
          <a:p/>
        </p:txBody>
      </p:sp>
      <p:sp>
        <p:nvSpPr>
          <p:cNvPr id="6" name="Text Placeholder 5"/>
          <p:cNvSpPr>
            <a:spLocks noGrp="1"/>
          </p:cNvSpPr>
          <p:nvPr>
            <p:ph type="body" idx="5"/>
          </p:nvPr>
        </p:nvSpPr>
        <p:spPr/>
        <p:txBody>
          <a:bodyPr/>
          <a:lstStyle/>
          <a:p/>
        </p:txBody>
      </p:sp>
      <p:sp>
        <p:nvSpPr>
          <p:cNvPr id="7" name="Text Placeholder 6"/>
          <p:cNvSpPr>
            <a:spLocks noGrp="1"/>
          </p:cNvSpPr>
          <p:nvPr>
            <p:ph type="body" idx="6"/>
          </p:nvPr>
        </p:nvSpPr>
        <p:spPr/>
        <p:txBody>
          <a:bodyPr/>
          <a:lstStyle/>
          <a:p/>
        </p:txBody>
      </p:sp>
      <p:sp>
        <p:nvSpPr>
          <p:cNvPr id="8" name="Text Placeholder 7"/>
          <p:cNvSpPr>
            <a:spLocks noGrp="1"/>
          </p:cNvSpPr>
          <p:nvPr>
            <p:ph type="body" idx="7"/>
          </p:nvPr>
        </p:nvSpPr>
        <p:spPr/>
        <p:txBody>
          <a:bodyPr/>
          <a:lstStyle/>
          <a:p/>
        </p:txBody>
      </p:sp>
      <p:sp>
        <p:nvSpPr>
          <p:cNvPr id="9" name="Title 8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10" name="Rectangle 9"/>
          <p:cNvSpPr/>
          <p:nvPr/>
        </p:nvSpPr>
        <p:spPr>
          <a:xfrm>
            <a:off x="0" y="0"/>
            <a:ext cx="182880" cy="11338560"/>
          </a:xfrm>
          <a:prstGeom prst="rect">
            <a:avLst/>
          </a:prstGeom>
          <a:solidFill>
            <a:srgbClr val="0F4C81"/>
          </a:solidFill>
          <a:ln>
            <a:solidFill>
              <a:srgbClr val="0F4C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274320"/>
            <a:ext cx="19202400" cy="822960"/>
          </a:xfrm>
          <a:prstGeom prst="rect">
            <a:avLst/>
          </a:prstGeom>
          <a:solidFill>
            <a:srgbClr val="F2F6FB"/>
          </a:solidFill>
          <a:ln>
            <a:solidFill>
              <a:srgbClr val="F2F6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320040"/>
            <a:ext cx="18288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F4C81"/>
                </a:solidFill>
              </a:defRPr>
            </a:pPr>
            <a:r>
              <a:t>Connection to Patient Experience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1280160"/>
            <a:ext cx="17830800" cy="8686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282828"/>
                </a:solidFill>
              </a:defRPr>
            </a:pPr>
            <a:r>
              <a:t>• Technology disruptions create immediate workflow barriers</a:t>
            </a:r>
          </a:p>
          <a:p>
            <a:pPr>
              <a:spcAft>
                <a:spcPts val="1400"/>
              </a:spcAft>
              <a:defRPr sz="1800">
                <a:solidFill>
                  <a:srgbClr val="282828"/>
                </a:solidFill>
              </a:defRPr>
            </a:pPr>
            <a:r>
              <a:t>• Staff report observable patient frustration during outages</a:t>
            </a:r>
          </a:p>
          <a:p>
            <a:pPr>
              <a:spcAft>
                <a:spcPts val="1400"/>
              </a:spcAft>
              <a:defRPr sz="1800">
                <a:solidFill>
                  <a:srgbClr val="282828"/>
                </a:solidFill>
              </a:defRPr>
            </a:pPr>
            <a:r>
              <a:t>• Increased wait times, scheduling delays, rescheduled visits</a:t>
            </a:r>
          </a:p>
          <a:p>
            <a:pPr>
              <a:spcAft>
                <a:spcPts val="1400"/>
              </a:spcAft>
              <a:defRPr sz="1800">
                <a:solidFill>
                  <a:srgbClr val="282828"/>
                </a:solidFill>
              </a:defRPr>
            </a:pPr>
            <a:r>
              <a:t>• Patient-facing impact on communication, responsiveness (CG-CAHPS domains)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/>
        </p:txBody>
      </p:sp>
      <p:sp>
        <p:nvSpPr>
          <p:cNvPr id="5" name="Text Placeholder 4"/>
          <p:cNvSpPr>
            <a:spLocks noGrp="1"/>
          </p:cNvSpPr>
          <p:nvPr>
            <p:ph type="body" idx="4"/>
          </p:nvPr>
        </p:nvSpPr>
        <p:spPr/>
        <p:txBody>
          <a:bodyPr/>
          <a:lstStyle/>
          <a:p/>
        </p:txBody>
      </p:sp>
      <p:sp>
        <p:nvSpPr>
          <p:cNvPr id="6" name="Text Placeholder 5"/>
          <p:cNvSpPr>
            <a:spLocks noGrp="1"/>
          </p:cNvSpPr>
          <p:nvPr>
            <p:ph type="body" idx="5"/>
          </p:nvPr>
        </p:nvSpPr>
        <p:spPr/>
        <p:txBody>
          <a:bodyPr/>
          <a:lstStyle/>
          <a:p/>
        </p:txBody>
      </p:sp>
      <p:sp>
        <p:nvSpPr>
          <p:cNvPr id="7" name="Text Placeholder 6"/>
          <p:cNvSpPr>
            <a:spLocks noGrp="1"/>
          </p:cNvSpPr>
          <p:nvPr>
            <p:ph type="body" idx="6"/>
          </p:nvPr>
        </p:nvSpPr>
        <p:spPr/>
        <p:txBody>
          <a:bodyPr/>
          <a:lstStyle/>
          <a:p/>
        </p:txBody>
      </p:sp>
      <p:sp>
        <p:nvSpPr>
          <p:cNvPr id="8" name="Text Placeholder 7"/>
          <p:cNvSpPr>
            <a:spLocks noGrp="1"/>
          </p:cNvSpPr>
          <p:nvPr>
            <p:ph type="body" idx="7"/>
          </p:nvPr>
        </p:nvSpPr>
        <p:spPr/>
        <p:txBody>
          <a:bodyPr/>
          <a:lstStyle/>
          <a:p/>
        </p:txBody>
      </p:sp>
      <p:sp>
        <p:nvSpPr>
          <p:cNvPr id="9" name="Title 8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10" name="Rectangle 9"/>
          <p:cNvSpPr/>
          <p:nvPr/>
        </p:nvSpPr>
        <p:spPr>
          <a:xfrm>
            <a:off x="0" y="0"/>
            <a:ext cx="182880" cy="11338560"/>
          </a:xfrm>
          <a:prstGeom prst="rect">
            <a:avLst/>
          </a:prstGeom>
          <a:solidFill>
            <a:srgbClr val="0F4C81"/>
          </a:solidFill>
          <a:ln>
            <a:solidFill>
              <a:srgbClr val="0F4C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274320"/>
            <a:ext cx="19202400" cy="822960"/>
          </a:xfrm>
          <a:prstGeom prst="rect">
            <a:avLst/>
          </a:prstGeom>
          <a:solidFill>
            <a:srgbClr val="F2F6FB"/>
          </a:solidFill>
          <a:ln>
            <a:solidFill>
              <a:srgbClr val="F2F6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320040"/>
            <a:ext cx="18288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F4C81"/>
                </a:solidFill>
              </a:defRPr>
            </a:pPr>
            <a:r>
              <a:t>How Findings Connect to Research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1280160"/>
            <a:ext cx="17830800" cy="8686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282828"/>
                </a:solidFill>
              </a:defRPr>
            </a:pPr>
            <a:r>
              <a:t>• Supports hospital evidence: Governance gaps → operational disruption</a:t>
            </a:r>
          </a:p>
          <a:p>
            <a:pPr>
              <a:spcAft>
                <a:spcPts val="1400"/>
              </a:spcAft>
              <a:defRPr sz="1800">
                <a:solidFill>
                  <a:srgbClr val="282828"/>
                </a:solidFill>
              </a:defRPr>
            </a:pPr>
            <a:r>
              <a:t>• Time/resource constraints documented at small practice scale (Alanazi, 2023)</a:t>
            </a:r>
          </a:p>
          <a:p>
            <a:pPr>
              <a:spcAft>
                <a:spcPts val="1400"/>
              </a:spcAft>
              <a:defRPr sz="1800">
                <a:solidFill>
                  <a:srgbClr val="282828"/>
                </a:solidFill>
              </a:defRPr>
            </a:pPr>
            <a:r>
              <a:t>• Organizational culture shapes outcomes more than technical controls (Nifakos et al., 2021)</a:t>
            </a:r>
          </a:p>
          <a:p>
            <a:pPr>
              <a:spcAft>
                <a:spcPts val="1400"/>
              </a:spcAft>
              <a:defRPr sz="1800">
                <a:solidFill>
                  <a:srgbClr val="282828"/>
                </a:solidFill>
              </a:defRPr>
            </a:pPr>
            <a:r>
              <a:t>• Hospital-to-clinic pathway holds even in resource-constrained settings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10241280"/>
            <a:ext cx="17830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i="1">
                <a:solidFill>
                  <a:srgbClr val="646464"/>
                </a:solidFill>
              </a:defRPr>
            </a:pPr>
            <a:r>
              <a:t>(Alanazi, 2023; Nifakos et al., 2021)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/>
        </p:txBody>
      </p:sp>
      <p:sp>
        <p:nvSpPr>
          <p:cNvPr id="5" name="Text Placeholder 4"/>
          <p:cNvSpPr>
            <a:spLocks noGrp="1"/>
          </p:cNvSpPr>
          <p:nvPr>
            <p:ph type="body" idx="4"/>
          </p:nvPr>
        </p:nvSpPr>
        <p:spPr/>
        <p:txBody>
          <a:bodyPr/>
          <a:lstStyle/>
          <a:p/>
        </p:txBody>
      </p:sp>
      <p:sp>
        <p:nvSpPr>
          <p:cNvPr id="6" name="Text Placeholder 5"/>
          <p:cNvSpPr>
            <a:spLocks noGrp="1"/>
          </p:cNvSpPr>
          <p:nvPr>
            <p:ph type="body" idx="5"/>
          </p:nvPr>
        </p:nvSpPr>
        <p:spPr/>
        <p:txBody>
          <a:bodyPr/>
          <a:lstStyle/>
          <a:p/>
        </p:txBody>
      </p:sp>
      <p:sp>
        <p:nvSpPr>
          <p:cNvPr id="7" name="Text Placeholder 6"/>
          <p:cNvSpPr>
            <a:spLocks noGrp="1"/>
          </p:cNvSpPr>
          <p:nvPr>
            <p:ph type="body" idx="6"/>
          </p:nvPr>
        </p:nvSpPr>
        <p:spPr/>
        <p:txBody>
          <a:bodyPr/>
          <a:lstStyle/>
          <a:p/>
        </p:txBody>
      </p:sp>
      <p:sp>
        <p:nvSpPr>
          <p:cNvPr id="8" name="Text Placeholder 7"/>
          <p:cNvSpPr>
            <a:spLocks noGrp="1"/>
          </p:cNvSpPr>
          <p:nvPr>
            <p:ph type="body" idx="7"/>
          </p:nvPr>
        </p:nvSpPr>
        <p:spPr/>
        <p:txBody>
          <a:bodyPr/>
          <a:lstStyle/>
          <a:p/>
        </p:txBody>
      </p:sp>
      <p:sp>
        <p:nvSpPr>
          <p:cNvPr id="9" name="Title 8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10" name="Rectangle 9"/>
          <p:cNvSpPr/>
          <p:nvPr/>
        </p:nvSpPr>
        <p:spPr>
          <a:xfrm>
            <a:off x="0" y="0"/>
            <a:ext cx="182880" cy="11338560"/>
          </a:xfrm>
          <a:prstGeom prst="rect">
            <a:avLst/>
          </a:prstGeom>
          <a:solidFill>
            <a:srgbClr val="0F4C81"/>
          </a:solidFill>
          <a:ln>
            <a:solidFill>
              <a:srgbClr val="0F4C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274320"/>
            <a:ext cx="19202400" cy="822960"/>
          </a:xfrm>
          <a:prstGeom prst="rect">
            <a:avLst/>
          </a:prstGeom>
          <a:solidFill>
            <a:srgbClr val="F2F6FB"/>
          </a:solidFill>
          <a:ln>
            <a:solidFill>
              <a:srgbClr val="F2F6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320040"/>
            <a:ext cx="18288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F4C81"/>
                </a:solidFill>
              </a:defRPr>
            </a:pPr>
            <a:r>
              <a:t>Implications for Small Practices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1280160"/>
            <a:ext cx="17830800" cy="8686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282828"/>
                </a:solidFill>
              </a:defRPr>
            </a:pPr>
            <a:r>
              <a:t>• HICP provides realistic framework; full NIST adoption not feasible</a:t>
            </a:r>
          </a:p>
          <a:p>
            <a:pPr>
              <a:spcAft>
                <a:spcPts val="1400"/>
              </a:spcAft>
              <a:defRPr sz="1800">
                <a:solidFill>
                  <a:srgbClr val="282828"/>
                </a:solidFill>
              </a:defRPr>
            </a:pPr>
            <a:r>
              <a:t>• Security awareness must start with practice owner and all staff</a:t>
            </a:r>
          </a:p>
          <a:p>
            <a:pPr>
              <a:spcAft>
                <a:spcPts val="1400"/>
              </a:spcAft>
              <a:defRPr sz="1800">
                <a:solidFill>
                  <a:srgbClr val="282828"/>
                </a:solidFill>
              </a:defRPr>
            </a:pPr>
            <a:r>
              <a:t>• Incident response planning should fit small-team workflows</a:t>
            </a:r>
          </a:p>
          <a:p>
            <a:pPr>
              <a:spcAft>
                <a:spcPts val="1400"/>
              </a:spcAft>
              <a:defRPr sz="1800">
                <a:solidFill>
                  <a:srgbClr val="282828"/>
                </a:solidFill>
              </a:defRPr>
            </a:pPr>
            <a:r>
              <a:t>• Vendor relationships must include explicit security expectations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/>
        </p:txBody>
      </p:sp>
      <p:sp>
        <p:nvSpPr>
          <p:cNvPr id="5" name="Text Placeholder 4"/>
          <p:cNvSpPr>
            <a:spLocks noGrp="1"/>
          </p:cNvSpPr>
          <p:nvPr>
            <p:ph type="body" idx="4"/>
          </p:nvPr>
        </p:nvSpPr>
        <p:spPr/>
        <p:txBody>
          <a:bodyPr/>
          <a:lstStyle/>
          <a:p/>
        </p:txBody>
      </p:sp>
      <p:sp>
        <p:nvSpPr>
          <p:cNvPr id="6" name="Text Placeholder 5"/>
          <p:cNvSpPr>
            <a:spLocks noGrp="1"/>
          </p:cNvSpPr>
          <p:nvPr>
            <p:ph type="body" idx="5"/>
          </p:nvPr>
        </p:nvSpPr>
        <p:spPr/>
        <p:txBody>
          <a:bodyPr/>
          <a:lstStyle/>
          <a:p/>
        </p:txBody>
      </p:sp>
      <p:sp>
        <p:nvSpPr>
          <p:cNvPr id="7" name="Text Placeholder 6"/>
          <p:cNvSpPr>
            <a:spLocks noGrp="1"/>
          </p:cNvSpPr>
          <p:nvPr>
            <p:ph type="body" idx="6"/>
          </p:nvPr>
        </p:nvSpPr>
        <p:spPr/>
        <p:txBody>
          <a:bodyPr/>
          <a:lstStyle/>
          <a:p/>
        </p:txBody>
      </p:sp>
      <p:sp>
        <p:nvSpPr>
          <p:cNvPr id="8" name="Text Placeholder 7"/>
          <p:cNvSpPr>
            <a:spLocks noGrp="1"/>
          </p:cNvSpPr>
          <p:nvPr>
            <p:ph type="body" idx="7"/>
          </p:nvPr>
        </p:nvSpPr>
        <p:spPr/>
        <p:txBody>
          <a:bodyPr/>
          <a:lstStyle/>
          <a:p/>
        </p:txBody>
      </p:sp>
      <p:sp>
        <p:nvSpPr>
          <p:cNvPr id="9" name="Title 8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10" name="Rectangle 9"/>
          <p:cNvSpPr/>
          <p:nvPr/>
        </p:nvSpPr>
        <p:spPr>
          <a:xfrm>
            <a:off x="0" y="0"/>
            <a:ext cx="182880" cy="11338560"/>
          </a:xfrm>
          <a:prstGeom prst="rect">
            <a:avLst/>
          </a:prstGeom>
          <a:solidFill>
            <a:srgbClr val="0F4C81"/>
          </a:solidFill>
          <a:ln>
            <a:solidFill>
              <a:srgbClr val="0F4C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274320"/>
            <a:ext cx="19202400" cy="822960"/>
          </a:xfrm>
          <a:prstGeom prst="rect">
            <a:avLst/>
          </a:prstGeom>
          <a:solidFill>
            <a:srgbClr val="F2F6FB"/>
          </a:solidFill>
          <a:ln>
            <a:solidFill>
              <a:srgbClr val="F2F6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320040"/>
            <a:ext cx="18288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F4C81"/>
                </a:solidFill>
              </a:defRPr>
            </a:pPr>
            <a:r>
              <a:t>Recommendations for NP Clinic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1280160"/>
            <a:ext cx="17830800" cy="8686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282828"/>
                </a:solidFill>
              </a:defRPr>
            </a:pPr>
            <a:r>
              <a:t>• Immediate: Document current practices and formalize incident response</a:t>
            </a:r>
          </a:p>
          <a:p>
            <a:pPr>
              <a:spcAft>
                <a:spcPts val="1400"/>
              </a:spcAft>
              <a:defRPr sz="1800">
                <a:solidFill>
                  <a:srgbClr val="282828"/>
                </a:solidFill>
              </a:defRPr>
            </a:pPr>
            <a:r>
              <a:t>• Near-term: Adopt HICP small-organization tier as baseline</a:t>
            </a:r>
          </a:p>
          <a:p>
            <a:pPr>
              <a:spcAft>
                <a:spcPts val="1400"/>
              </a:spcAft>
              <a:defRPr sz="1800">
                <a:solidFill>
                  <a:srgbClr val="282828"/>
                </a:solidFill>
              </a:defRPr>
            </a:pPr>
            <a:r>
              <a:t>• Ongoing: Integrate security awareness into staff training</a:t>
            </a:r>
          </a:p>
          <a:p>
            <a:pPr>
              <a:spcAft>
                <a:spcPts val="1400"/>
              </a:spcAft>
              <a:defRPr sz="1800">
                <a:solidFill>
                  <a:srgbClr val="282828"/>
                </a:solidFill>
              </a:defRPr>
            </a:pPr>
            <a:r>
              <a:t>• Strategic: Evaluate vendors with explicit security requirements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/>
        </p:txBody>
      </p:sp>
      <p:sp>
        <p:nvSpPr>
          <p:cNvPr id="5" name="Text Placeholder 4"/>
          <p:cNvSpPr>
            <a:spLocks noGrp="1"/>
          </p:cNvSpPr>
          <p:nvPr>
            <p:ph type="body" idx="4"/>
          </p:nvPr>
        </p:nvSpPr>
        <p:spPr/>
        <p:txBody>
          <a:bodyPr/>
          <a:lstStyle/>
          <a:p/>
        </p:txBody>
      </p:sp>
      <p:sp>
        <p:nvSpPr>
          <p:cNvPr id="6" name="Text Placeholder 5"/>
          <p:cNvSpPr>
            <a:spLocks noGrp="1"/>
          </p:cNvSpPr>
          <p:nvPr>
            <p:ph type="body" idx="5"/>
          </p:nvPr>
        </p:nvSpPr>
        <p:spPr/>
        <p:txBody>
          <a:bodyPr/>
          <a:lstStyle/>
          <a:p/>
        </p:txBody>
      </p:sp>
      <p:sp>
        <p:nvSpPr>
          <p:cNvPr id="7" name="Text Placeholder 6"/>
          <p:cNvSpPr>
            <a:spLocks noGrp="1"/>
          </p:cNvSpPr>
          <p:nvPr>
            <p:ph type="body" idx="6"/>
          </p:nvPr>
        </p:nvSpPr>
        <p:spPr/>
        <p:txBody>
          <a:bodyPr/>
          <a:lstStyle/>
          <a:p/>
        </p:txBody>
      </p:sp>
      <p:sp>
        <p:nvSpPr>
          <p:cNvPr id="8" name="Text Placeholder 7"/>
          <p:cNvSpPr>
            <a:spLocks noGrp="1"/>
          </p:cNvSpPr>
          <p:nvPr>
            <p:ph type="body" idx="7"/>
          </p:nvPr>
        </p:nvSpPr>
        <p:spPr/>
        <p:txBody>
          <a:bodyPr/>
          <a:lstStyle/>
          <a:p/>
        </p:txBody>
      </p:sp>
      <p:sp>
        <p:nvSpPr>
          <p:cNvPr id="9" name="Title 8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10" name="Rectangle 9"/>
          <p:cNvSpPr/>
          <p:nvPr/>
        </p:nvSpPr>
        <p:spPr>
          <a:xfrm>
            <a:off x="0" y="0"/>
            <a:ext cx="182880" cy="11338560"/>
          </a:xfrm>
          <a:prstGeom prst="rect">
            <a:avLst/>
          </a:prstGeom>
          <a:solidFill>
            <a:srgbClr val="0F4C81"/>
          </a:solidFill>
          <a:ln>
            <a:solidFill>
              <a:srgbClr val="0F4C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274320"/>
            <a:ext cx="19202400" cy="822960"/>
          </a:xfrm>
          <a:prstGeom prst="rect">
            <a:avLst/>
          </a:prstGeom>
          <a:solidFill>
            <a:srgbClr val="F2F6FB"/>
          </a:solidFill>
          <a:ln>
            <a:solidFill>
              <a:srgbClr val="F2F6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320040"/>
            <a:ext cx="18288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F4C81"/>
                </a:solidFill>
              </a:defRPr>
            </a:pPr>
            <a:r>
              <a:t>Implications for Research &amp; Policy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1280160"/>
            <a:ext cx="17830800" cy="8686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282828"/>
                </a:solidFill>
              </a:defRPr>
            </a:pPr>
            <a:r>
              <a:t>Research: Multi-site studies of small practices, longitudinal tracking</a:t>
            </a:r>
          </a:p>
          <a:p>
            <a:pPr>
              <a:spcAft>
                <a:spcPts val="1400"/>
              </a:spcAft>
              <a:defRPr sz="1800">
                <a:solidFill>
                  <a:srgbClr val="282828"/>
                </a:solidFill>
              </a:defRPr>
            </a:pPr>
          </a:p>
          <a:p>
            <a:pPr>
              <a:spcAft>
                <a:spcPts val="1400"/>
              </a:spcAft>
              <a:defRPr sz="1800">
                <a:solidFill>
                  <a:srgbClr val="282828"/>
                </a:solidFill>
              </a:defRPr>
            </a:pPr>
            <a:r>
              <a:t>Policy: Acknowledge capacity limitations; scaled technical assistance needed</a:t>
            </a:r>
          </a:p>
          <a:p>
            <a:pPr>
              <a:spcAft>
                <a:spcPts val="1400"/>
              </a:spcAft>
              <a:defRPr sz="1800">
                <a:solidFill>
                  <a:srgbClr val="282828"/>
                </a:solidFill>
              </a:defRPr>
            </a:pPr>
          </a:p>
          <a:p>
            <a:pPr>
              <a:spcAft>
                <a:spcPts val="1400"/>
              </a:spcAft>
              <a:defRPr sz="1800">
                <a:solidFill>
                  <a:srgbClr val="282828"/>
                </a:solidFill>
              </a:defRPr>
            </a:pPr>
            <a:r>
              <a:t>Practice: Hospital-based evidence extends to outpatient with context modifications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/>
        </p:txBody>
      </p:sp>
      <p:sp>
        <p:nvSpPr>
          <p:cNvPr id="5" name="Text Placeholder 4"/>
          <p:cNvSpPr>
            <a:spLocks noGrp="1"/>
          </p:cNvSpPr>
          <p:nvPr>
            <p:ph type="body" idx="4"/>
          </p:nvPr>
        </p:nvSpPr>
        <p:spPr/>
        <p:txBody>
          <a:bodyPr/>
          <a:lstStyle/>
          <a:p/>
        </p:txBody>
      </p:sp>
      <p:sp>
        <p:nvSpPr>
          <p:cNvPr id="6" name="Text Placeholder 5"/>
          <p:cNvSpPr>
            <a:spLocks noGrp="1"/>
          </p:cNvSpPr>
          <p:nvPr>
            <p:ph type="body" idx="5"/>
          </p:nvPr>
        </p:nvSpPr>
        <p:spPr/>
        <p:txBody>
          <a:bodyPr/>
          <a:lstStyle/>
          <a:p/>
        </p:txBody>
      </p:sp>
      <p:sp>
        <p:nvSpPr>
          <p:cNvPr id="7" name="Text Placeholder 6"/>
          <p:cNvSpPr>
            <a:spLocks noGrp="1"/>
          </p:cNvSpPr>
          <p:nvPr>
            <p:ph type="body" idx="6"/>
          </p:nvPr>
        </p:nvSpPr>
        <p:spPr/>
        <p:txBody>
          <a:bodyPr/>
          <a:lstStyle/>
          <a:p/>
        </p:txBody>
      </p:sp>
      <p:sp>
        <p:nvSpPr>
          <p:cNvPr id="8" name="Text Placeholder 7"/>
          <p:cNvSpPr>
            <a:spLocks noGrp="1"/>
          </p:cNvSpPr>
          <p:nvPr>
            <p:ph type="body" idx="7"/>
          </p:nvPr>
        </p:nvSpPr>
        <p:spPr/>
        <p:txBody>
          <a:bodyPr/>
          <a:lstStyle/>
          <a:p/>
        </p:txBody>
      </p:sp>
      <p:sp>
        <p:nvSpPr>
          <p:cNvPr id="9" name="Title 8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10" name="Rectangle 9"/>
          <p:cNvSpPr/>
          <p:nvPr/>
        </p:nvSpPr>
        <p:spPr>
          <a:xfrm>
            <a:off x="0" y="0"/>
            <a:ext cx="182880" cy="11338560"/>
          </a:xfrm>
          <a:prstGeom prst="rect">
            <a:avLst/>
          </a:prstGeom>
          <a:solidFill>
            <a:srgbClr val="0F4C81"/>
          </a:solidFill>
          <a:ln>
            <a:solidFill>
              <a:srgbClr val="0F4C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274320"/>
            <a:ext cx="19202400" cy="822960"/>
          </a:xfrm>
          <a:prstGeom prst="rect">
            <a:avLst/>
          </a:prstGeom>
          <a:solidFill>
            <a:srgbClr val="F2F6FB"/>
          </a:solidFill>
          <a:ln>
            <a:solidFill>
              <a:srgbClr val="F2F6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320040"/>
            <a:ext cx="18288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F4C81"/>
                </a:solidFill>
              </a:defRPr>
            </a:pPr>
            <a:r>
              <a:t>Summary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1280160"/>
            <a:ext cx="17830800" cy="8686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282828"/>
                </a:solidFill>
              </a:defRPr>
            </a:pPr>
            <a:r>
              <a:t>• IS governance failures at NP Clinic are real and measurable</a:t>
            </a:r>
          </a:p>
          <a:p>
            <a:pPr>
              <a:spcAft>
                <a:spcPts val="1400"/>
              </a:spcAft>
              <a:defRPr sz="1800">
                <a:solidFill>
                  <a:srgbClr val="282828"/>
                </a:solidFill>
              </a:defRPr>
            </a:pPr>
            <a:r>
              <a:t>• Governance gaps translate into operational disruptions affecting workflow</a:t>
            </a:r>
          </a:p>
          <a:p>
            <a:pPr>
              <a:spcAft>
                <a:spcPts val="1400"/>
              </a:spcAft>
              <a:defRPr sz="1800">
                <a:solidFill>
                  <a:srgbClr val="282828"/>
                </a:solidFill>
              </a:defRPr>
            </a:pPr>
            <a:r>
              <a:t>• Disruptions manifest as care delays, communication challenges, patient frustration</a:t>
            </a:r>
          </a:p>
          <a:p>
            <a:pPr>
              <a:spcAft>
                <a:spcPts val="1400"/>
              </a:spcAft>
              <a:defRPr sz="1800">
                <a:solidFill>
                  <a:srgbClr val="282828"/>
                </a:solidFill>
              </a:defRPr>
            </a:pPr>
            <a:r>
              <a:t>• Recommendations must scale to resource constraints while meeting obligations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4C8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/>
        </p:txBody>
      </p:sp>
      <p:sp>
        <p:nvSpPr>
          <p:cNvPr id="5" name="Text Placeholder 4"/>
          <p:cNvSpPr>
            <a:spLocks noGrp="1"/>
          </p:cNvSpPr>
          <p:nvPr>
            <p:ph type="body" idx="4"/>
          </p:nvPr>
        </p:nvSpPr>
        <p:spPr/>
        <p:txBody>
          <a:bodyPr/>
          <a:lstStyle/>
          <a:p/>
        </p:txBody>
      </p:sp>
      <p:sp>
        <p:nvSpPr>
          <p:cNvPr id="6" name="Text Placeholder 5"/>
          <p:cNvSpPr>
            <a:spLocks noGrp="1"/>
          </p:cNvSpPr>
          <p:nvPr>
            <p:ph type="body" idx="5"/>
          </p:nvPr>
        </p:nvSpPr>
        <p:spPr/>
        <p:txBody>
          <a:bodyPr/>
          <a:lstStyle/>
          <a:p/>
        </p:txBody>
      </p:sp>
      <p:sp>
        <p:nvSpPr>
          <p:cNvPr id="7" name="Text Placeholder 6"/>
          <p:cNvSpPr>
            <a:spLocks noGrp="1"/>
          </p:cNvSpPr>
          <p:nvPr>
            <p:ph type="body" idx="6"/>
          </p:nvPr>
        </p:nvSpPr>
        <p:spPr/>
        <p:txBody>
          <a:bodyPr/>
          <a:lstStyle/>
          <a:p/>
        </p:txBody>
      </p:sp>
      <p:sp>
        <p:nvSpPr>
          <p:cNvPr id="8" name="Text Placeholder 7"/>
          <p:cNvSpPr>
            <a:spLocks noGrp="1"/>
          </p:cNvSpPr>
          <p:nvPr>
            <p:ph type="body" idx="7"/>
          </p:nvPr>
        </p:nvSpPr>
        <p:spPr/>
        <p:txBody>
          <a:bodyPr/>
          <a:lstStyle/>
          <a:p/>
        </p:txBody>
      </p:sp>
      <p:sp>
        <p:nvSpPr>
          <p:cNvPr id="9" name="Title 8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10" name="Rectangle 9"/>
          <p:cNvSpPr/>
          <p:nvPr/>
        </p:nvSpPr>
        <p:spPr>
          <a:xfrm>
            <a:off x="0" y="0"/>
            <a:ext cx="182880" cy="11338560"/>
          </a:xfrm>
          <a:prstGeom prst="rect">
            <a:avLst/>
          </a:prstGeom>
          <a:solidFill>
            <a:srgbClr val="B8860B"/>
          </a:solidFill>
          <a:ln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828800" y="4114800"/>
            <a:ext cx="16459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200" b="1">
                <a:solidFill>
                  <a:srgbClr val="FFFFFF"/>
                </a:solidFill>
              </a:defRPr>
            </a:pPr>
            <a:r>
              <a:t>Questions?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6858000"/>
            <a:ext cx="1645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>
                <a:solidFill>
                  <a:srgbClr val="FFFFFF"/>
                </a:solidFill>
              </a:defRPr>
            </a:pPr>
            <a:r>
              <a:t>Lavurn Nolen</a:t>
            </a:r>
            <a:br/>
            <a:r>
              <a:t>Doctor of Business Administration</a:t>
            </a:r>
            <a:br/>
            <a:r>
              <a:t>California Intercontinental University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resmont">
  <a:themeElements>
    <a:clrScheme name="Office">
      <a:dk1>
        <a:srgbClr val="000000"/>
      </a:dk1>
      <a:lt1>
        <a:srgbClr val="FFFFFF"/>
      </a:lt1>
      <a:dk2>
        <a:srgbClr val="00426B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00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1252</Words>
  <Application>Microsoft Macintosh PowerPoint</Application>
  <PresentationFormat>Custom</PresentationFormat>
  <Paragraphs>175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9" baseType="lpstr">
      <vt:lpstr>Inter</vt:lpstr>
      <vt:lpstr>Trebuchet MS</vt:lpstr>
      <vt:lpstr>Inter SemiBold</vt:lpstr>
      <vt:lpstr>Arial</vt:lpstr>
      <vt:lpstr>Verdana</vt:lpstr>
      <vt:lpstr>Inter Medium</vt:lpstr>
      <vt:lpstr>Calibri</vt:lpstr>
      <vt:lpstr>Tahoma</vt:lpstr>
      <vt:lpstr>Inter Light</vt:lpstr>
      <vt:lpstr>Cresmont</vt:lpstr>
      <vt:lpstr>Title of Your Study Your name</vt:lpstr>
      <vt:lpstr>Agenda</vt:lpstr>
      <vt:lpstr>Business Problem</vt:lpstr>
      <vt:lpstr>Purpose and Significance of the Study </vt:lpstr>
      <vt:lpstr>Organization and Nature of the Study  </vt:lpstr>
      <vt:lpstr>Research Questions</vt:lpstr>
      <vt:lpstr>Conceptual/ Theoretical Framework</vt:lpstr>
      <vt:lpstr>Methodology</vt:lpstr>
      <vt:lpstr>Population </vt:lpstr>
      <vt:lpstr>Sampling Strategy </vt:lpstr>
      <vt:lpstr>Data Collection </vt:lpstr>
      <vt:lpstr>Data Analysis </vt:lpstr>
      <vt:lpstr>Findings </vt:lpstr>
      <vt:lpstr>Findings (Continued) </vt:lpstr>
      <vt:lpstr>Limitations of the Study</vt:lpstr>
      <vt:lpstr>Recommendations for Future Research </vt:lpstr>
      <vt:lpstr>Conclusions </vt:lpstr>
      <vt:lpstr>References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LaVurn Nolen</cp:lastModifiedBy>
  <cp:revision>1</cp:revision>
  <dcterms:modified xsi:type="dcterms:W3CDTF">2026-10-05T06:22:19Z</dcterms:modified>
</cp:coreProperties>
</file>